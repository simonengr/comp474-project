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60" r:id="rId2"/>
  </p:sldMasterIdLst>
  <p:notesMasterIdLst>
    <p:notesMasterId r:id="rId27"/>
  </p:notesMasterIdLst>
  <p:sldIdLst>
    <p:sldId id="273" r:id="rId3"/>
    <p:sldId id="285" r:id="rId4"/>
    <p:sldId id="293" r:id="rId5"/>
    <p:sldId id="287" r:id="rId6"/>
    <p:sldId id="288" r:id="rId7"/>
    <p:sldId id="289" r:id="rId8"/>
    <p:sldId id="290" r:id="rId9"/>
    <p:sldId id="294" r:id="rId10"/>
    <p:sldId id="295" r:id="rId11"/>
    <p:sldId id="296" r:id="rId12"/>
    <p:sldId id="297" r:id="rId13"/>
    <p:sldId id="298" r:id="rId14"/>
    <p:sldId id="299" r:id="rId15"/>
    <p:sldId id="300" r:id="rId16"/>
    <p:sldId id="304" r:id="rId17"/>
    <p:sldId id="307" r:id="rId18"/>
    <p:sldId id="306" r:id="rId19"/>
    <p:sldId id="308" r:id="rId20"/>
    <p:sldId id="291" r:id="rId21"/>
    <p:sldId id="301" r:id="rId22"/>
    <p:sldId id="302" r:id="rId23"/>
    <p:sldId id="303" r:id="rId24"/>
    <p:sldId id="305" r:id="rId25"/>
    <p:sldId id="292" r:id="rId26"/>
  </p:sldIdLst>
  <p:sldSz cx="9144000" cy="6858000" type="screen4x3"/>
  <p:notesSz cx="7772400" cy="10058400"/>
  <p:defaultTextStyle>
    <a:defPPr>
      <a:defRPr lang="en-US"/>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Microsoft YaHei" pitchFamily="34"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Microsoft YaHei" pitchFamily="34"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Microsoft YaHei" pitchFamily="34"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Microsoft YaHei" pitchFamily="34"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Microsoft YaHei" pitchFamily="34" charset="-122"/>
        <a:cs typeface="+mn-cs"/>
      </a:defRPr>
    </a:lvl5pPr>
    <a:lvl6pPr marL="2286000" algn="l" defTabSz="914400" rtl="0" eaLnBrk="1" latinLnBrk="0" hangingPunct="1">
      <a:defRPr kern="1200">
        <a:solidFill>
          <a:schemeClr val="tx1"/>
        </a:solidFill>
        <a:latin typeface="Calibri" pitchFamily="34" charset="0"/>
        <a:ea typeface="Microsoft YaHei" pitchFamily="34" charset="-122"/>
        <a:cs typeface="+mn-cs"/>
      </a:defRPr>
    </a:lvl6pPr>
    <a:lvl7pPr marL="2743200" algn="l" defTabSz="914400" rtl="0" eaLnBrk="1" latinLnBrk="0" hangingPunct="1">
      <a:defRPr kern="1200">
        <a:solidFill>
          <a:schemeClr val="tx1"/>
        </a:solidFill>
        <a:latin typeface="Calibri" pitchFamily="34" charset="0"/>
        <a:ea typeface="Microsoft YaHei" pitchFamily="34" charset="-122"/>
        <a:cs typeface="+mn-cs"/>
      </a:defRPr>
    </a:lvl7pPr>
    <a:lvl8pPr marL="3200400" algn="l" defTabSz="914400" rtl="0" eaLnBrk="1" latinLnBrk="0" hangingPunct="1">
      <a:defRPr kern="1200">
        <a:solidFill>
          <a:schemeClr val="tx1"/>
        </a:solidFill>
        <a:latin typeface="Calibri" pitchFamily="34" charset="0"/>
        <a:ea typeface="Microsoft YaHei" pitchFamily="34" charset="-122"/>
        <a:cs typeface="+mn-cs"/>
      </a:defRPr>
    </a:lvl8pPr>
    <a:lvl9pPr marL="3657600" algn="l" defTabSz="914400" rtl="0" eaLnBrk="1" latinLnBrk="0" hangingPunct="1">
      <a:defRPr kern="1200">
        <a:solidFill>
          <a:schemeClr val="tx1"/>
        </a:solidFill>
        <a:latin typeface="Calibri" pitchFamily="34" charset="0"/>
        <a:ea typeface="Microsoft YaHei" pitchFamily="34"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852" autoAdjust="0"/>
    <p:restoredTop sz="94660"/>
  </p:normalViewPr>
  <p:slideViewPr>
    <p:cSldViewPr snapToGrid="0">
      <p:cViewPr varScale="1">
        <p:scale>
          <a:sx n="118" d="100"/>
          <a:sy n="118" d="100"/>
        </p:scale>
        <p:origin x="1968" y="108"/>
      </p:cViewPr>
      <p:guideLst>
        <p:guide orient="horz" pos="2160"/>
        <p:guide pos="2880"/>
      </p:guideLst>
    </p:cSldViewPr>
  </p:slideViewPr>
  <p:notesTextViewPr>
    <p:cViewPr>
      <p:scale>
        <a:sx n="1" d="1"/>
        <a:sy n="1" d="1"/>
      </p:scale>
      <p:origin x="0" y="0"/>
    </p:cViewPr>
  </p:notesTextViewPr>
  <p:gridSpacing cx="76198" cy="7619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6146" name="Slide Image Placeholder 1"/>
          <p:cNvSpPr>
            <a:spLocks noGrp="1" noRot="1" noChangeAspect="1" noChangeArrowheads="1"/>
          </p:cNvSpPr>
          <p:nvPr>
            <p:ph type="sldImg" idx="2"/>
          </p:nvPr>
        </p:nvSpPr>
        <p:spPr bwMode="auto">
          <a:xfrm>
            <a:off x="1371600" y="763588"/>
            <a:ext cx="50292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4099" name="Notes Placeholder 2"/>
          <p:cNvSpPr txBox="1">
            <a:spLocks noGrp="1" noChangeArrowheads="1"/>
          </p:cNvSpPr>
          <p:nvPr>
            <p:ph type="body" sz="quarter" idx="3"/>
          </p:nvPr>
        </p:nvSpPr>
        <p:spPr bwMode="auto">
          <a:xfrm>
            <a:off x="777875" y="4776788"/>
            <a:ext cx="621665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endParaRPr lang="en-US" altLang="en-US" noProof="0"/>
          </a:p>
        </p:txBody>
      </p:sp>
      <p:sp>
        <p:nvSpPr>
          <p:cNvPr id="4100" name="Header Placeholder 3"/>
          <p:cNvSpPr txBox="1">
            <a:spLocks noGrp="1" noChangeArrowheads="1"/>
          </p:cNvSpPr>
          <p:nvPr>
            <p:ph type="hdr" sz="quarter"/>
          </p:nvPr>
        </p:nvSpPr>
        <p:spPr bwMode="auto">
          <a:xfrm>
            <a:off x="0" y="0"/>
            <a:ext cx="337343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eaLnBrk="1">
              <a:defRPr sz="1400">
                <a:solidFill>
                  <a:srgbClr val="000000"/>
                </a:solidFill>
                <a:latin typeface="Times New Roman" pitchFamily="18" charset="0"/>
                <a:ea typeface="Arial Unicode MS" pitchFamily="34" charset="-128"/>
                <a:cs typeface="Arial Unicode MS" pitchFamily="34" charset="-128"/>
              </a:defRPr>
            </a:lvl1pPr>
          </a:lstStyle>
          <a:p>
            <a:pPr>
              <a:defRPr/>
            </a:pPr>
            <a:endParaRPr lang="en-US" altLang="en-US"/>
          </a:p>
        </p:txBody>
      </p:sp>
      <p:sp>
        <p:nvSpPr>
          <p:cNvPr id="4101" name="Date Placeholder 4"/>
          <p:cNvSpPr txBox="1">
            <a:spLocks noGrp="1" noChangeArrowheads="1"/>
          </p:cNvSpPr>
          <p:nvPr>
            <p:ph type="dt" idx="1"/>
          </p:nvPr>
        </p:nvSpPr>
        <p:spPr bwMode="auto">
          <a:xfrm>
            <a:off x="4398963" y="0"/>
            <a:ext cx="337185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r" eaLnBrk="1">
              <a:defRPr sz="1400">
                <a:solidFill>
                  <a:srgbClr val="000000"/>
                </a:solidFill>
                <a:latin typeface="Times New Roman" pitchFamily="18" charset="0"/>
                <a:ea typeface="Arial Unicode MS" pitchFamily="34" charset="-128"/>
                <a:cs typeface="Arial Unicode MS" pitchFamily="34" charset="-128"/>
              </a:defRPr>
            </a:lvl1pPr>
          </a:lstStyle>
          <a:p>
            <a:pPr>
              <a:defRPr/>
            </a:pPr>
            <a:endParaRPr lang="en-US" altLang="en-US"/>
          </a:p>
        </p:txBody>
      </p:sp>
      <p:sp>
        <p:nvSpPr>
          <p:cNvPr id="4102" name="Footer Placeholder 5"/>
          <p:cNvSpPr txBox="1">
            <a:spLocks noGrp="1" noChangeArrowheads="1"/>
          </p:cNvSpPr>
          <p:nvPr>
            <p:ph type="ftr" sz="quarter" idx="4"/>
          </p:nvPr>
        </p:nvSpPr>
        <p:spPr bwMode="auto">
          <a:xfrm>
            <a:off x="0" y="9555163"/>
            <a:ext cx="3373438"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eaLnBrk="1">
              <a:defRPr sz="1400">
                <a:solidFill>
                  <a:srgbClr val="000000"/>
                </a:solidFill>
                <a:latin typeface="Times New Roman" pitchFamily="18" charset="0"/>
                <a:ea typeface="Arial Unicode MS" pitchFamily="34" charset="-128"/>
                <a:cs typeface="Arial Unicode MS" pitchFamily="34" charset="-128"/>
              </a:defRPr>
            </a:lvl1pPr>
          </a:lstStyle>
          <a:p>
            <a:pPr>
              <a:defRPr/>
            </a:pPr>
            <a:endParaRPr lang="en-US" altLang="en-US"/>
          </a:p>
        </p:txBody>
      </p:sp>
      <p:sp>
        <p:nvSpPr>
          <p:cNvPr id="4103" name="Slide Number Placeholder 6"/>
          <p:cNvSpPr txBox="1">
            <a:spLocks noGrp="1" noChangeArrowheads="1"/>
          </p:cNvSpPr>
          <p:nvPr>
            <p:ph type="sldNum" sz="quarter" idx="5"/>
          </p:nvPr>
        </p:nvSpPr>
        <p:spPr bwMode="auto">
          <a:xfrm>
            <a:off x="4398963" y="9555163"/>
            <a:ext cx="337185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r" eaLnBrk="1">
              <a:defRPr sz="1400">
                <a:solidFill>
                  <a:srgbClr val="000000"/>
                </a:solidFill>
                <a:latin typeface="Times New Roman" pitchFamily="18" charset="0"/>
                <a:ea typeface="Arial Unicode MS" pitchFamily="34" charset="-128"/>
                <a:cs typeface="Arial Unicode MS" pitchFamily="34" charset="-128"/>
              </a:defRPr>
            </a:lvl1pPr>
          </a:lstStyle>
          <a:p>
            <a:pPr>
              <a:defRPr/>
            </a:pPr>
            <a:fld id="{AD94AA6B-3ABA-47DA-87CE-33CD82AE77AC}" type="slidenum">
              <a:rPr lang="en-US" altLang="en-US"/>
              <a:pPr>
                <a:defRPr/>
              </a:pPr>
              <a:t>‹#›</a:t>
            </a:fld>
            <a:endParaRPr lang="en-US" altLang="en-US"/>
          </a:p>
        </p:txBody>
      </p:sp>
    </p:spTree>
    <p:extLst>
      <p:ext uri="{BB962C8B-B14F-4D97-AF65-F5344CB8AC3E}">
        <p14:creationId xmlns:p14="http://schemas.microsoft.com/office/powerpoint/2010/main" val="1575682056"/>
      </p:ext>
    </p:extLst>
  </p:cSld>
  <p:clrMap bg1="lt1" tx1="dk1" bg2="lt2" tx2="dk2" accent1="accent1" accent2="accent2" accent3="accent3" accent4="accent4" accent5="accent5" accent6="accent6" hlink="hlink" folHlink="folHlink"/>
  <p:notesStyle>
    <a:lvl1pPr marL="215900" indent="-215900" algn="l" rtl="0" eaLnBrk="0" fontAlgn="base" hangingPunct="0">
      <a:spcBef>
        <a:spcPct val="0"/>
      </a:spcBef>
      <a:spcAft>
        <a:spcPct val="0"/>
      </a:spcAft>
      <a:defRPr sz="2000" kern="1200">
        <a:solidFill>
          <a:srgbClr val="000000"/>
        </a:solidFill>
        <a:latin typeface="Arial" pitchFamily="34" charset="0"/>
        <a:ea typeface="Microsoft YaHei" pitchFamily="34" charset="-122"/>
        <a:cs typeface="+mn-cs"/>
      </a:defRPr>
    </a:lvl1pPr>
    <a:lvl2pPr marL="742950" indent="-285750" algn="l" rtl="0" eaLnBrk="0" fontAlgn="base" hangingPunct="0">
      <a:spcBef>
        <a:spcPct val="30000"/>
      </a:spcBef>
      <a:spcAft>
        <a:spcPct val="0"/>
      </a:spcAft>
      <a:defRPr sz="1200" kern="1200">
        <a:solidFill>
          <a:schemeClr val="tx1"/>
        </a:solidFill>
        <a:latin typeface="Calibri" pitchFamily="34" charset="0"/>
        <a:ea typeface="Microsoft YaHei" pitchFamily="34" charset="-122"/>
        <a:cs typeface="+mn-cs"/>
      </a:defRPr>
    </a:lvl2pPr>
    <a:lvl3pPr marL="1143000" indent="-228600" algn="l" rtl="0" eaLnBrk="0" fontAlgn="base" hangingPunct="0">
      <a:spcBef>
        <a:spcPct val="30000"/>
      </a:spcBef>
      <a:spcAft>
        <a:spcPct val="0"/>
      </a:spcAft>
      <a:defRPr sz="1200" kern="1200">
        <a:solidFill>
          <a:schemeClr val="tx1"/>
        </a:solidFill>
        <a:latin typeface="Calibri" pitchFamily="34" charset="0"/>
        <a:ea typeface="Microsoft YaHei" pitchFamily="34" charset="-122"/>
        <a:cs typeface="+mn-cs"/>
      </a:defRPr>
    </a:lvl3pPr>
    <a:lvl4pPr marL="1600200" indent="-228600" algn="l" rtl="0" eaLnBrk="0" fontAlgn="base" hangingPunct="0">
      <a:spcBef>
        <a:spcPct val="30000"/>
      </a:spcBef>
      <a:spcAft>
        <a:spcPct val="0"/>
      </a:spcAft>
      <a:defRPr sz="1200" kern="1200">
        <a:solidFill>
          <a:schemeClr val="tx1"/>
        </a:solidFill>
        <a:latin typeface="Calibri" pitchFamily="34" charset="0"/>
        <a:ea typeface="Microsoft YaHei" pitchFamily="34" charset="-122"/>
        <a:cs typeface="+mn-cs"/>
      </a:defRPr>
    </a:lvl4pPr>
    <a:lvl5pPr marL="2057400" indent="-228600" algn="l" rtl="0" eaLnBrk="0" fontAlgn="base" hangingPunct="0">
      <a:spcBef>
        <a:spcPct val="30000"/>
      </a:spcBef>
      <a:spcAft>
        <a:spcPct val="0"/>
      </a:spcAft>
      <a:defRPr sz="1200" kern="1200">
        <a:solidFill>
          <a:schemeClr val="tx1"/>
        </a:solidFill>
        <a:latin typeface="Calibri" pitchFamily="34" charset="0"/>
        <a:ea typeface="Microsoft YaHei"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Holder 2"/>
          <p:cNvSpPr txBox="1">
            <a:spLocks noGrp="1" noChangeArrowheads="1"/>
          </p:cNvSpPr>
          <p:nvPr>
            <p:ph type="ftr" sz="quarter" idx="10"/>
          </p:nvPr>
        </p:nvSpPr>
        <p:spPr>
          <a:ln/>
        </p:spPr>
        <p:txBody>
          <a:bodyPr/>
          <a:lstStyle>
            <a:lvl1pPr>
              <a:defRPr/>
            </a:lvl1pPr>
          </a:lstStyle>
          <a:p>
            <a:pPr>
              <a:defRPr/>
            </a:pPr>
            <a:endParaRPr lang="en-US" altLang="en-US"/>
          </a:p>
        </p:txBody>
      </p:sp>
      <p:sp>
        <p:nvSpPr>
          <p:cNvPr id="5" name="Holder 3"/>
          <p:cNvSpPr txBox="1">
            <a:spLocks noGrp="1" noChangeArrowheads="1"/>
          </p:cNvSpPr>
          <p:nvPr>
            <p:ph type="dt" sz="half" idx="11"/>
          </p:nvPr>
        </p:nvSpPr>
        <p:spPr>
          <a:ln/>
        </p:spPr>
        <p:txBody>
          <a:bodyPr/>
          <a:lstStyle>
            <a:lvl1pPr>
              <a:defRPr/>
            </a:lvl1pPr>
          </a:lstStyle>
          <a:p>
            <a:pPr>
              <a:defRPr/>
            </a:pPr>
            <a:fld id="{0BA4D175-F3B0-4107-B202-FEF209F2F612}" type="datetime1">
              <a:rPr lang="en-US" altLang="en-US"/>
              <a:pPr>
                <a:defRPr/>
              </a:pPr>
              <a:t>2/19/2026</a:t>
            </a:fld>
            <a:endParaRPr lang="en-US" altLang="en-US"/>
          </a:p>
        </p:txBody>
      </p:sp>
      <p:sp>
        <p:nvSpPr>
          <p:cNvPr id="6" name="Holder 4"/>
          <p:cNvSpPr txBox="1">
            <a:spLocks noGrp="1" noChangeArrowheads="1"/>
          </p:cNvSpPr>
          <p:nvPr>
            <p:ph type="sldNum" sz="quarter" idx="12"/>
          </p:nvPr>
        </p:nvSpPr>
        <p:spPr>
          <a:ln/>
        </p:spPr>
        <p:txBody>
          <a:bodyPr/>
          <a:lstStyle>
            <a:lvl1pPr>
              <a:defRPr/>
            </a:lvl1pPr>
          </a:lstStyle>
          <a:p>
            <a:pPr>
              <a:defRPr/>
            </a:pPr>
            <a:fld id="{04962C77-0561-41E1-87A1-A3DA5E671ABD}" type="slidenum">
              <a:rPr lang="en-US" altLang="en-US"/>
              <a:pPr>
                <a:defRPr/>
              </a:pPr>
              <a:t>‹#›</a:t>
            </a:fld>
            <a:endParaRPr lang="en-US" altLang="en-US"/>
          </a:p>
        </p:txBody>
      </p:sp>
    </p:spTree>
    <p:extLst>
      <p:ext uri="{BB962C8B-B14F-4D97-AF65-F5344CB8AC3E}">
        <p14:creationId xmlns:p14="http://schemas.microsoft.com/office/powerpoint/2010/main" val="737404703"/>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Holder 2"/>
          <p:cNvSpPr txBox="1">
            <a:spLocks noGrp="1" noChangeArrowheads="1"/>
          </p:cNvSpPr>
          <p:nvPr>
            <p:ph type="ftr" sz="quarter" idx="10"/>
          </p:nvPr>
        </p:nvSpPr>
        <p:spPr>
          <a:ln/>
        </p:spPr>
        <p:txBody>
          <a:bodyPr/>
          <a:lstStyle>
            <a:lvl1pPr>
              <a:defRPr/>
            </a:lvl1pPr>
          </a:lstStyle>
          <a:p>
            <a:pPr>
              <a:defRPr/>
            </a:pPr>
            <a:endParaRPr lang="en-US" altLang="en-US"/>
          </a:p>
        </p:txBody>
      </p:sp>
      <p:sp>
        <p:nvSpPr>
          <p:cNvPr id="5" name="Holder 3"/>
          <p:cNvSpPr txBox="1">
            <a:spLocks noGrp="1" noChangeArrowheads="1"/>
          </p:cNvSpPr>
          <p:nvPr>
            <p:ph type="dt" sz="half" idx="11"/>
          </p:nvPr>
        </p:nvSpPr>
        <p:spPr>
          <a:ln/>
        </p:spPr>
        <p:txBody>
          <a:bodyPr/>
          <a:lstStyle>
            <a:lvl1pPr>
              <a:defRPr/>
            </a:lvl1pPr>
          </a:lstStyle>
          <a:p>
            <a:pPr>
              <a:defRPr/>
            </a:pPr>
            <a:fld id="{82F75ECD-EA29-4C60-BB97-7FA329FBBD53}" type="datetime1">
              <a:rPr lang="en-US" altLang="en-US"/>
              <a:pPr>
                <a:defRPr/>
              </a:pPr>
              <a:t>2/19/2026</a:t>
            </a:fld>
            <a:endParaRPr lang="en-US" altLang="en-US"/>
          </a:p>
        </p:txBody>
      </p:sp>
      <p:sp>
        <p:nvSpPr>
          <p:cNvPr id="6" name="Holder 4"/>
          <p:cNvSpPr txBox="1">
            <a:spLocks noGrp="1" noChangeArrowheads="1"/>
          </p:cNvSpPr>
          <p:nvPr>
            <p:ph type="sldNum" sz="quarter" idx="12"/>
          </p:nvPr>
        </p:nvSpPr>
        <p:spPr>
          <a:ln/>
        </p:spPr>
        <p:txBody>
          <a:bodyPr/>
          <a:lstStyle>
            <a:lvl1pPr>
              <a:defRPr/>
            </a:lvl1pPr>
          </a:lstStyle>
          <a:p>
            <a:pPr>
              <a:defRPr/>
            </a:pPr>
            <a:fld id="{7578CDEA-84A3-41CC-95F3-8F27A923EB84}" type="slidenum">
              <a:rPr lang="en-US" altLang="en-US"/>
              <a:pPr>
                <a:defRPr/>
              </a:pPr>
              <a:t>‹#›</a:t>
            </a:fld>
            <a:endParaRPr lang="en-US" altLang="en-US"/>
          </a:p>
        </p:txBody>
      </p:sp>
    </p:spTree>
    <p:extLst>
      <p:ext uri="{BB962C8B-B14F-4D97-AF65-F5344CB8AC3E}">
        <p14:creationId xmlns:p14="http://schemas.microsoft.com/office/powerpoint/2010/main" val="1668740935"/>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Holder 2"/>
          <p:cNvSpPr txBox="1">
            <a:spLocks noGrp="1" noChangeArrowheads="1"/>
          </p:cNvSpPr>
          <p:nvPr>
            <p:ph type="ftr" sz="quarter" idx="10"/>
          </p:nvPr>
        </p:nvSpPr>
        <p:spPr>
          <a:ln/>
        </p:spPr>
        <p:txBody>
          <a:bodyPr/>
          <a:lstStyle>
            <a:lvl1pPr>
              <a:defRPr/>
            </a:lvl1pPr>
          </a:lstStyle>
          <a:p>
            <a:pPr>
              <a:defRPr/>
            </a:pPr>
            <a:endParaRPr lang="en-US" altLang="en-US"/>
          </a:p>
        </p:txBody>
      </p:sp>
      <p:sp>
        <p:nvSpPr>
          <p:cNvPr id="5" name="Holder 3"/>
          <p:cNvSpPr txBox="1">
            <a:spLocks noGrp="1" noChangeArrowheads="1"/>
          </p:cNvSpPr>
          <p:nvPr>
            <p:ph type="dt" sz="half" idx="11"/>
          </p:nvPr>
        </p:nvSpPr>
        <p:spPr>
          <a:ln/>
        </p:spPr>
        <p:txBody>
          <a:bodyPr/>
          <a:lstStyle>
            <a:lvl1pPr>
              <a:defRPr/>
            </a:lvl1pPr>
          </a:lstStyle>
          <a:p>
            <a:pPr>
              <a:defRPr/>
            </a:pPr>
            <a:fld id="{649DB78C-F225-4086-9256-525EC88C048A}" type="datetime1">
              <a:rPr lang="en-US" altLang="en-US"/>
              <a:pPr>
                <a:defRPr/>
              </a:pPr>
              <a:t>2/19/2026</a:t>
            </a:fld>
            <a:endParaRPr lang="en-US" altLang="en-US"/>
          </a:p>
        </p:txBody>
      </p:sp>
      <p:sp>
        <p:nvSpPr>
          <p:cNvPr id="6" name="Holder 4"/>
          <p:cNvSpPr txBox="1">
            <a:spLocks noGrp="1" noChangeArrowheads="1"/>
          </p:cNvSpPr>
          <p:nvPr>
            <p:ph type="sldNum" sz="quarter" idx="12"/>
          </p:nvPr>
        </p:nvSpPr>
        <p:spPr>
          <a:ln/>
        </p:spPr>
        <p:txBody>
          <a:bodyPr/>
          <a:lstStyle>
            <a:lvl1pPr>
              <a:defRPr/>
            </a:lvl1pPr>
          </a:lstStyle>
          <a:p>
            <a:pPr>
              <a:defRPr/>
            </a:pPr>
            <a:fld id="{18186F7A-B7B7-48D1-AE5C-33E4D2379D25}" type="slidenum">
              <a:rPr lang="en-US" altLang="en-US"/>
              <a:pPr>
                <a:defRPr/>
              </a:pPr>
              <a:t>‹#›</a:t>
            </a:fld>
            <a:endParaRPr lang="en-US" altLang="en-US"/>
          </a:p>
        </p:txBody>
      </p:sp>
    </p:spTree>
    <p:extLst>
      <p:ext uri="{BB962C8B-B14F-4D97-AF65-F5344CB8AC3E}">
        <p14:creationId xmlns:p14="http://schemas.microsoft.com/office/powerpoint/2010/main" val="3661785669"/>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4963"/>
            <a:ext cx="40386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4963"/>
            <a:ext cx="40386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Holder 2"/>
          <p:cNvSpPr txBox="1">
            <a:spLocks noGrp="1" noChangeArrowheads="1"/>
          </p:cNvSpPr>
          <p:nvPr>
            <p:ph type="ftr" sz="quarter" idx="10"/>
          </p:nvPr>
        </p:nvSpPr>
        <p:spPr>
          <a:ln/>
        </p:spPr>
        <p:txBody>
          <a:bodyPr/>
          <a:lstStyle>
            <a:lvl1pPr>
              <a:defRPr/>
            </a:lvl1pPr>
          </a:lstStyle>
          <a:p>
            <a:pPr>
              <a:defRPr/>
            </a:pPr>
            <a:endParaRPr lang="en-US" altLang="en-US"/>
          </a:p>
        </p:txBody>
      </p:sp>
      <p:sp>
        <p:nvSpPr>
          <p:cNvPr id="6" name="Holder 3"/>
          <p:cNvSpPr txBox="1">
            <a:spLocks noGrp="1" noChangeArrowheads="1"/>
          </p:cNvSpPr>
          <p:nvPr>
            <p:ph type="dt" sz="half" idx="11"/>
          </p:nvPr>
        </p:nvSpPr>
        <p:spPr>
          <a:ln/>
        </p:spPr>
        <p:txBody>
          <a:bodyPr/>
          <a:lstStyle>
            <a:lvl1pPr>
              <a:defRPr/>
            </a:lvl1pPr>
          </a:lstStyle>
          <a:p>
            <a:pPr>
              <a:defRPr/>
            </a:pPr>
            <a:fld id="{FF8D7825-0402-4C3C-90A2-2BB53533249F}" type="datetime1">
              <a:rPr lang="en-US" altLang="en-US"/>
              <a:pPr>
                <a:defRPr/>
              </a:pPr>
              <a:t>2/19/2026</a:t>
            </a:fld>
            <a:endParaRPr lang="en-US" altLang="en-US"/>
          </a:p>
        </p:txBody>
      </p:sp>
      <p:sp>
        <p:nvSpPr>
          <p:cNvPr id="7" name="Holder 4"/>
          <p:cNvSpPr txBox="1">
            <a:spLocks noGrp="1" noChangeArrowheads="1"/>
          </p:cNvSpPr>
          <p:nvPr>
            <p:ph type="sldNum" sz="quarter" idx="12"/>
          </p:nvPr>
        </p:nvSpPr>
        <p:spPr>
          <a:ln/>
        </p:spPr>
        <p:txBody>
          <a:bodyPr/>
          <a:lstStyle>
            <a:lvl1pPr>
              <a:defRPr/>
            </a:lvl1pPr>
          </a:lstStyle>
          <a:p>
            <a:pPr>
              <a:defRPr/>
            </a:pPr>
            <a:fld id="{B2CD6241-6338-4698-A8F9-C13F3A9651F6}" type="slidenum">
              <a:rPr lang="en-US" altLang="en-US"/>
              <a:pPr>
                <a:defRPr/>
              </a:pPr>
              <a:t>‹#›</a:t>
            </a:fld>
            <a:endParaRPr lang="en-US" altLang="en-US"/>
          </a:p>
        </p:txBody>
      </p:sp>
    </p:spTree>
    <p:extLst>
      <p:ext uri="{BB962C8B-B14F-4D97-AF65-F5344CB8AC3E}">
        <p14:creationId xmlns:p14="http://schemas.microsoft.com/office/powerpoint/2010/main" val="3407238142"/>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Holder 2"/>
          <p:cNvSpPr txBox="1">
            <a:spLocks noGrp="1" noChangeArrowheads="1"/>
          </p:cNvSpPr>
          <p:nvPr>
            <p:ph type="ftr" sz="quarter" idx="10"/>
          </p:nvPr>
        </p:nvSpPr>
        <p:spPr>
          <a:ln/>
        </p:spPr>
        <p:txBody>
          <a:bodyPr/>
          <a:lstStyle>
            <a:lvl1pPr>
              <a:defRPr/>
            </a:lvl1pPr>
          </a:lstStyle>
          <a:p>
            <a:pPr>
              <a:defRPr/>
            </a:pPr>
            <a:endParaRPr lang="en-US" altLang="en-US"/>
          </a:p>
        </p:txBody>
      </p:sp>
      <p:sp>
        <p:nvSpPr>
          <p:cNvPr id="8" name="Holder 3"/>
          <p:cNvSpPr txBox="1">
            <a:spLocks noGrp="1" noChangeArrowheads="1"/>
          </p:cNvSpPr>
          <p:nvPr>
            <p:ph type="dt" sz="half" idx="11"/>
          </p:nvPr>
        </p:nvSpPr>
        <p:spPr>
          <a:ln/>
        </p:spPr>
        <p:txBody>
          <a:bodyPr/>
          <a:lstStyle>
            <a:lvl1pPr>
              <a:defRPr/>
            </a:lvl1pPr>
          </a:lstStyle>
          <a:p>
            <a:pPr>
              <a:defRPr/>
            </a:pPr>
            <a:fld id="{7685770A-9C07-4AC8-B19B-4480ABB8E987}" type="datetime1">
              <a:rPr lang="en-US" altLang="en-US"/>
              <a:pPr>
                <a:defRPr/>
              </a:pPr>
              <a:t>2/19/2026</a:t>
            </a:fld>
            <a:endParaRPr lang="en-US" altLang="en-US"/>
          </a:p>
        </p:txBody>
      </p:sp>
      <p:sp>
        <p:nvSpPr>
          <p:cNvPr id="9" name="Holder 4"/>
          <p:cNvSpPr txBox="1">
            <a:spLocks noGrp="1" noChangeArrowheads="1"/>
          </p:cNvSpPr>
          <p:nvPr>
            <p:ph type="sldNum" sz="quarter" idx="12"/>
          </p:nvPr>
        </p:nvSpPr>
        <p:spPr>
          <a:ln/>
        </p:spPr>
        <p:txBody>
          <a:bodyPr/>
          <a:lstStyle>
            <a:lvl1pPr>
              <a:defRPr/>
            </a:lvl1pPr>
          </a:lstStyle>
          <a:p>
            <a:pPr>
              <a:defRPr/>
            </a:pPr>
            <a:fld id="{7DA64B63-D14A-4D68-A7DD-4D0A146D292B}" type="slidenum">
              <a:rPr lang="en-US" altLang="en-US"/>
              <a:pPr>
                <a:defRPr/>
              </a:pPr>
              <a:t>‹#›</a:t>
            </a:fld>
            <a:endParaRPr lang="en-US" altLang="en-US"/>
          </a:p>
        </p:txBody>
      </p:sp>
    </p:spTree>
    <p:extLst>
      <p:ext uri="{BB962C8B-B14F-4D97-AF65-F5344CB8AC3E}">
        <p14:creationId xmlns:p14="http://schemas.microsoft.com/office/powerpoint/2010/main" val="2052831176"/>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Holder 2"/>
          <p:cNvSpPr txBox="1">
            <a:spLocks noGrp="1" noChangeArrowheads="1"/>
          </p:cNvSpPr>
          <p:nvPr>
            <p:ph type="ftr" sz="quarter" idx="10"/>
          </p:nvPr>
        </p:nvSpPr>
        <p:spPr>
          <a:ln/>
        </p:spPr>
        <p:txBody>
          <a:bodyPr/>
          <a:lstStyle>
            <a:lvl1pPr>
              <a:defRPr/>
            </a:lvl1pPr>
          </a:lstStyle>
          <a:p>
            <a:pPr>
              <a:defRPr/>
            </a:pPr>
            <a:endParaRPr lang="en-US" altLang="en-US"/>
          </a:p>
        </p:txBody>
      </p:sp>
      <p:sp>
        <p:nvSpPr>
          <p:cNvPr id="4" name="Holder 3"/>
          <p:cNvSpPr txBox="1">
            <a:spLocks noGrp="1" noChangeArrowheads="1"/>
          </p:cNvSpPr>
          <p:nvPr>
            <p:ph type="dt" sz="half" idx="11"/>
          </p:nvPr>
        </p:nvSpPr>
        <p:spPr>
          <a:ln/>
        </p:spPr>
        <p:txBody>
          <a:bodyPr/>
          <a:lstStyle>
            <a:lvl1pPr>
              <a:defRPr/>
            </a:lvl1pPr>
          </a:lstStyle>
          <a:p>
            <a:pPr>
              <a:defRPr/>
            </a:pPr>
            <a:fld id="{79AB8A4E-9462-4B59-A32B-FF14B49364BC}" type="datetime1">
              <a:rPr lang="en-US" altLang="en-US"/>
              <a:pPr>
                <a:defRPr/>
              </a:pPr>
              <a:t>2/19/2026</a:t>
            </a:fld>
            <a:endParaRPr lang="en-US" altLang="en-US"/>
          </a:p>
        </p:txBody>
      </p:sp>
      <p:sp>
        <p:nvSpPr>
          <p:cNvPr id="5" name="Holder 4"/>
          <p:cNvSpPr txBox="1">
            <a:spLocks noGrp="1" noChangeArrowheads="1"/>
          </p:cNvSpPr>
          <p:nvPr>
            <p:ph type="sldNum" sz="quarter" idx="12"/>
          </p:nvPr>
        </p:nvSpPr>
        <p:spPr>
          <a:ln/>
        </p:spPr>
        <p:txBody>
          <a:bodyPr/>
          <a:lstStyle>
            <a:lvl1pPr>
              <a:defRPr/>
            </a:lvl1pPr>
          </a:lstStyle>
          <a:p>
            <a:pPr>
              <a:defRPr/>
            </a:pPr>
            <a:fld id="{C37AC1E6-CB94-4E3D-964E-00669913DE8F}" type="slidenum">
              <a:rPr lang="en-US" altLang="en-US"/>
              <a:pPr>
                <a:defRPr/>
              </a:pPr>
              <a:t>‹#›</a:t>
            </a:fld>
            <a:endParaRPr lang="en-US" altLang="en-US"/>
          </a:p>
        </p:txBody>
      </p:sp>
    </p:spTree>
    <p:extLst>
      <p:ext uri="{BB962C8B-B14F-4D97-AF65-F5344CB8AC3E}">
        <p14:creationId xmlns:p14="http://schemas.microsoft.com/office/powerpoint/2010/main" val="3152817732"/>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Holder 2"/>
          <p:cNvSpPr txBox="1">
            <a:spLocks noGrp="1" noChangeArrowheads="1"/>
          </p:cNvSpPr>
          <p:nvPr>
            <p:ph type="ftr" sz="quarter" idx="10"/>
          </p:nvPr>
        </p:nvSpPr>
        <p:spPr>
          <a:ln/>
        </p:spPr>
        <p:txBody>
          <a:bodyPr/>
          <a:lstStyle>
            <a:lvl1pPr>
              <a:defRPr/>
            </a:lvl1pPr>
          </a:lstStyle>
          <a:p>
            <a:pPr>
              <a:defRPr/>
            </a:pPr>
            <a:endParaRPr lang="en-US" altLang="en-US"/>
          </a:p>
        </p:txBody>
      </p:sp>
      <p:sp>
        <p:nvSpPr>
          <p:cNvPr id="3" name="Holder 3"/>
          <p:cNvSpPr txBox="1">
            <a:spLocks noGrp="1" noChangeArrowheads="1"/>
          </p:cNvSpPr>
          <p:nvPr>
            <p:ph type="dt" sz="half" idx="11"/>
          </p:nvPr>
        </p:nvSpPr>
        <p:spPr>
          <a:ln/>
        </p:spPr>
        <p:txBody>
          <a:bodyPr/>
          <a:lstStyle>
            <a:lvl1pPr>
              <a:defRPr/>
            </a:lvl1pPr>
          </a:lstStyle>
          <a:p>
            <a:pPr>
              <a:defRPr/>
            </a:pPr>
            <a:fld id="{A33C9B00-0154-4BE1-B64F-3C4F67AB34DB}" type="datetime1">
              <a:rPr lang="en-US" altLang="en-US"/>
              <a:pPr>
                <a:defRPr/>
              </a:pPr>
              <a:t>2/19/2026</a:t>
            </a:fld>
            <a:endParaRPr lang="en-US" altLang="en-US"/>
          </a:p>
        </p:txBody>
      </p:sp>
      <p:sp>
        <p:nvSpPr>
          <p:cNvPr id="4" name="Holder 4"/>
          <p:cNvSpPr txBox="1">
            <a:spLocks noGrp="1" noChangeArrowheads="1"/>
          </p:cNvSpPr>
          <p:nvPr>
            <p:ph type="sldNum" sz="quarter" idx="12"/>
          </p:nvPr>
        </p:nvSpPr>
        <p:spPr>
          <a:ln/>
        </p:spPr>
        <p:txBody>
          <a:bodyPr/>
          <a:lstStyle>
            <a:lvl1pPr>
              <a:defRPr/>
            </a:lvl1pPr>
          </a:lstStyle>
          <a:p>
            <a:pPr>
              <a:defRPr/>
            </a:pPr>
            <a:fld id="{DF3F9EFC-EF07-4857-ADCD-1D78F0F8F413}" type="slidenum">
              <a:rPr lang="en-US" altLang="en-US"/>
              <a:pPr>
                <a:defRPr/>
              </a:pPr>
              <a:t>‹#›</a:t>
            </a:fld>
            <a:endParaRPr lang="en-US" altLang="en-US"/>
          </a:p>
        </p:txBody>
      </p:sp>
    </p:spTree>
    <p:extLst>
      <p:ext uri="{BB962C8B-B14F-4D97-AF65-F5344CB8AC3E}">
        <p14:creationId xmlns:p14="http://schemas.microsoft.com/office/powerpoint/2010/main" val="2865855401"/>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Holder 2"/>
          <p:cNvSpPr txBox="1">
            <a:spLocks noGrp="1" noChangeArrowheads="1"/>
          </p:cNvSpPr>
          <p:nvPr>
            <p:ph type="ftr" sz="quarter" idx="10"/>
          </p:nvPr>
        </p:nvSpPr>
        <p:spPr>
          <a:ln/>
        </p:spPr>
        <p:txBody>
          <a:bodyPr/>
          <a:lstStyle>
            <a:lvl1pPr>
              <a:defRPr/>
            </a:lvl1pPr>
          </a:lstStyle>
          <a:p>
            <a:pPr>
              <a:defRPr/>
            </a:pPr>
            <a:endParaRPr lang="en-US" altLang="en-US"/>
          </a:p>
        </p:txBody>
      </p:sp>
      <p:sp>
        <p:nvSpPr>
          <p:cNvPr id="6" name="Holder 3"/>
          <p:cNvSpPr txBox="1">
            <a:spLocks noGrp="1" noChangeArrowheads="1"/>
          </p:cNvSpPr>
          <p:nvPr>
            <p:ph type="dt" sz="half" idx="11"/>
          </p:nvPr>
        </p:nvSpPr>
        <p:spPr>
          <a:ln/>
        </p:spPr>
        <p:txBody>
          <a:bodyPr/>
          <a:lstStyle>
            <a:lvl1pPr>
              <a:defRPr/>
            </a:lvl1pPr>
          </a:lstStyle>
          <a:p>
            <a:pPr>
              <a:defRPr/>
            </a:pPr>
            <a:fld id="{357BB4C9-B0F8-4E30-840A-89C90BB046F8}" type="datetime1">
              <a:rPr lang="en-US" altLang="en-US"/>
              <a:pPr>
                <a:defRPr/>
              </a:pPr>
              <a:t>2/19/2026</a:t>
            </a:fld>
            <a:endParaRPr lang="en-US" altLang="en-US"/>
          </a:p>
        </p:txBody>
      </p:sp>
      <p:sp>
        <p:nvSpPr>
          <p:cNvPr id="7" name="Holder 4"/>
          <p:cNvSpPr txBox="1">
            <a:spLocks noGrp="1" noChangeArrowheads="1"/>
          </p:cNvSpPr>
          <p:nvPr>
            <p:ph type="sldNum" sz="quarter" idx="12"/>
          </p:nvPr>
        </p:nvSpPr>
        <p:spPr>
          <a:ln/>
        </p:spPr>
        <p:txBody>
          <a:bodyPr/>
          <a:lstStyle>
            <a:lvl1pPr>
              <a:defRPr/>
            </a:lvl1pPr>
          </a:lstStyle>
          <a:p>
            <a:pPr>
              <a:defRPr/>
            </a:pPr>
            <a:fld id="{D5D80128-B7C4-48EC-B4E6-B5EBDC450577}" type="slidenum">
              <a:rPr lang="en-US" altLang="en-US"/>
              <a:pPr>
                <a:defRPr/>
              </a:pPr>
              <a:t>‹#›</a:t>
            </a:fld>
            <a:endParaRPr lang="en-US" altLang="en-US"/>
          </a:p>
        </p:txBody>
      </p:sp>
    </p:spTree>
    <p:extLst>
      <p:ext uri="{BB962C8B-B14F-4D97-AF65-F5344CB8AC3E}">
        <p14:creationId xmlns:p14="http://schemas.microsoft.com/office/powerpoint/2010/main" val="2145485665"/>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Holder 2"/>
          <p:cNvSpPr txBox="1">
            <a:spLocks noGrp="1" noChangeArrowheads="1"/>
          </p:cNvSpPr>
          <p:nvPr>
            <p:ph type="ftr" sz="quarter" idx="10"/>
          </p:nvPr>
        </p:nvSpPr>
        <p:spPr>
          <a:ln/>
        </p:spPr>
        <p:txBody>
          <a:bodyPr/>
          <a:lstStyle>
            <a:lvl1pPr>
              <a:defRPr/>
            </a:lvl1pPr>
          </a:lstStyle>
          <a:p>
            <a:pPr>
              <a:defRPr/>
            </a:pPr>
            <a:endParaRPr lang="en-US" altLang="en-US"/>
          </a:p>
        </p:txBody>
      </p:sp>
      <p:sp>
        <p:nvSpPr>
          <p:cNvPr id="6" name="Holder 3"/>
          <p:cNvSpPr txBox="1">
            <a:spLocks noGrp="1" noChangeArrowheads="1"/>
          </p:cNvSpPr>
          <p:nvPr>
            <p:ph type="dt" sz="half" idx="11"/>
          </p:nvPr>
        </p:nvSpPr>
        <p:spPr>
          <a:ln/>
        </p:spPr>
        <p:txBody>
          <a:bodyPr/>
          <a:lstStyle>
            <a:lvl1pPr>
              <a:defRPr/>
            </a:lvl1pPr>
          </a:lstStyle>
          <a:p>
            <a:pPr>
              <a:defRPr/>
            </a:pPr>
            <a:fld id="{D1AFD35C-62BE-4183-AF61-A3E5D9A53C1A}" type="datetime1">
              <a:rPr lang="en-US" altLang="en-US"/>
              <a:pPr>
                <a:defRPr/>
              </a:pPr>
              <a:t>2/19/2026</a:t>
            </a:fld>
            <a:endParaRPr lang="en-US" altLang="en-US"/>
          </a:p>
        </p:txBody>
      </p:sp>
      <p:sp>
        <p:nvSpPr>
          <p:cNvPr id="7" name="Holder 4"/>
          <p:cNvSpPr txBox="1">
            <a:spLocks noGrp="1" noChangeArrowheads="1"/>
          </p:cNvSpPr>
          <p:nvPr>
            <p:ph type="sldNum" sz="quarter" idx="12"/>
          </p:nvPr>
        </p:nvSpPr>
        <p:spPr>
          <a:ln/>
        </p:spPr>
        <p:txBody>
          <a:bodyPr/>
          <a:lstStyle>
            <a:lvl1pPr>
              <a:defRPr/>
            </a:lvl1pPr>
          </a:lstStyle>
          <a:p>
            <a:pPr>
              <a:defRPr/>
            </a:pPr>
            <a:fld id="{519DD2C5-0B5F-4EE1-BC4B-6CF40DAEFE7B}" type="slidenum">
              <a:rPr lang="en-US" altLang="en-US"/>
              <a:pPr>
                <a:defRPr/>
              </a:pPr>
              <a:t>‹#›</a:t>
            </a:fld>
            <a:endParaRPr lang="en-US" altLang="en-US"/>
          </a:p>
        </p:txBody>
      </p:sp>
    </p:spTree>
    <p:extLst>
      <p:ext uri="{BB962C8B-B14F-4D97-AF65-F5344CB8AC3E}">
        <p14:creationId xmlns:p14="http://schemas.microsoft.com/office/powerpoint/2010/main" val="4145480241"/>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Holder 2"/>
          <p:cNvSpPr txBox="1">
            <a:spLocks noGrp="1" noChangeArrowheads="1"/>
          </p:cNvSpPr>
          <p:nvPr>
            <p:ph type="ftr" sz="quarter" idx="10"/>
          </p:nvPr>
        </p:nvSpPr>
        <p:spPr>
          <a:ln/>
        </p:spPr>
        <p:txBody>
          <a:bodyPr/>
          <a:lstStyle>
            <a:lvl1pPr>
              <a:defRPr/>
            </a:lvl1pPr>
          </a:lstStyle>
          <a:p>
            <a:pPr>
              <a:defRPr/>
            </a:pPr>
            <a:endParaRPr lang="en-US" altLang="en-US"/>
          </a:p>
        </p:txBody>
      </p:sp>
      <p:sp>
        <p:nvSpPr>
          <p:cNvPr id="5" name="Holder 3"/>
          <p:cNvSpPr txBox="1">
            <a:spLocks noGrp="1" noChangeArrowheads="1"/>
          </p:cNvSpPr>
          <p:nvPr>
            <p:ph type="dt" sz="half" idx="11"/>
          </p:nvPr>
        </p:nvSpPr>
        <p:spPr>
          <a:ln/>
        </p:spPr>
        <p:txBody>
          <a:bodyPr/>
          <a:lstStyle>
            <a:lvl1pPr>
              <a:defRPr/>
            </a:lvl1pPr>
          </a:lstStyle>
          <a:p>
            <a:pPr>
              <a:defRPr/>
            </a:pPr>
            <a:fld id="{8B4256B1-25D9-4EC8-AE9C-BDD969ABD0C8}" type="datetime1">
              <a:rPr lang="en-US" altLang="en-US"/>
              <a:pPr>
                <a:defRPr/>
              </a:pPr>
              <a:t>2/19/2026</a:t>
            </a:fld>
            <a:endParaRPr lang="en-US" altLang="en-US"/>
          </a:p>
        </p:txBody>
      </p:sp>
      <p:sp>
        <p:nvSpPr>
          <p:cNvPr id="6" name="Holder 4"/>
          <p:cNvSpPr txBox="1">
            <a:spLocks noGrp="1" noChangeArrowheads="1"/>
          </p:cNvSpPr>
          <p:nvPr>
            <p:ph type="sldNum" sz="quarter" idx="12"/>
          </p:nvPr>
        </p:nvSpPr>
        <p:spPr>
          <a:ln/>
        </p:spPr>
        <p:txBody>
          <a:bodyPr/>
          <a:lstStyle>
            <a:lvl1pPr>
              <a:defRPr/>
            </a:lvl1pPr>
          </a:lstStyle>
          <a:p>
            <a:pPr>
              <a:defRPr/>
            </a:pPr>
            <a:fld id="{ABF1961A-6167-49C5-8FD5-AAE8E08CCAEC}" type="slidenum">
              <a:rPr lang="en-US" altLang="en-US"/>
              <a:pPr>
                <a:defRPr/>
              </a:pPr>
              <a:t>‹#›</a:t>
            </a:fld>
            <a:endParaRPr lang="en-US" altLang="en-US"/>
          </a:p>
        </p:txBody>
      </p:sp>
    </p:spTree>
    <p:extLst>
      <p:ext uri="{BB962C8B-B14F-4D97-AF65-F5344CB8AC3E}">
        <p14:creationId xmlns:p14="http://schemas.microsoft.com/office/powerpoint/2010/main" val="2690201874"/>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3050"/>
            <a:ext cx="2057400" cy="58578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3050"/>
            <a:ext cx="6019800" cy="5857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Holder 2"/>
          <p:cNvSpPr txBox="1">
            <a:spLocks noGrp="1" noChangeArrowheads="1"/>
          </p:cNvSpPr>
          <p:nvPr>
            <p:ph type="ftr" sz="quarter" idx="10"/>
          </p:nvPr>
        </p:nvSpPr>
        <p:spPr>
          <a:ln/>
        </p:spPr>
        <p:txBody>
          <a:bodyPr/>
          <a:lstStyle>
            <a:lvl1pPr>
              <a:defRPr/>
            </a:lvl1pPr>
          </a:lstStyle>
          <a:p>
            <a:pPr>
              <a:defRPr/>
            </a:pPr>
            <a:endParaRPr lang="en-US" altLang="en-US"/>
          </a:p>
        </p:txBody>
      </p:sp>
      <p:sp>
        <p:nvSpPr>
          <p:cNvPr id="5" name="Holder 3"/>
          <p:cNvSpPr txBox="1">
            <a:spLocks noGrp="1" noChangeArrowheads="1"/>
          </p:cNvSpPr>
          <p:nvPr>
            <p:ph type="dt" sz="half" idx="11"/>
          </p:nvPr>
        </p:nvSpPr>
        <p:spPr>
          <a:ln/>
        </p:spPr>
        <p:txBody>
          <a:bodyPr/>
          <a:lstStyle>
            <a:lvl1pPr>
              <a:defRPr/>
            </a:lvl1pPr>
          </a:lstStyle>
          <a:p>
            <a:pPr>
              <a:defRPr/>
            </a:pPr>
            <a:fld id="{1ACEB17A-E4F0-4369-8985-4923262F2095}" type="datetime1">
              <a:rPr lang="en-US" altLang="en-US"/>
              <a:pPr>
                <a:defRPr/>
              </a:pPr>
              <a:t>2/19/2026</a:t>
            </a:fld>
            <a:endParaRPr lang="en-US" altLang="en-US"/>
          </a:p>
        </p:txBody>
      </p:sp>
      <p:sp>
        <p:nvSpPr>
          <p:cNvPr id="6" name="Holder 4"/>
          <p:cNvSpPr txBox="1">
            <a:spLocks noGrp="1" noChangeArrowheads="1"/>
          </p:cNvSpPr>
          <p:nvPr>
            <p:ph type="sldNum" sz="quarter" idx="12"/>
          </p:nvPr>
        </p:nvSpPr>
        <p:spPr>
          <a:ln/>
        </p:spPr>
        <p:txBody>
          <a:bodyPr/>
          <a:lstStyle>
            <a:lvl1pPr>
              <a:defRPr/>
            </a:lvl1pPr>
          </a:lstStyle>
          <a:p>
            <a:pPr>
              <a:defRPr/>
            </a:pPr>
            <a:fld id="{F2B3FED0-3EBB-4A75-AC21-4B812E9FBE98}" type="slidenum">
              <a:rPr lang="en-US" altLang="en-US"/>
              <a:pPr>
                <a:defRPr/>
              </a:pPr>
              <a:t>‹#›</a:t>
            </a:fld>
            <a:endParaRPr lang="en-US" altLang="en-US"/>
          </a:p>
        </p:txBody>
      </p:sp>
    </p:spTree>
    <p:extLst>
      <p:ext uri="{BB962C8B-B14F-4D97-AF65-F5344CB8AC3E}">
        <p14:creationId xmlns:p14="http://schemas.microsoft.com/office/powerpoint/2010/main" val="282341752"/>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Holder 4"/>
          <p:cNvSpPr txBox="1">
            <a:spLocks noGrp="1" noChangeArrowheads="1"/>
          </p:cNvSpPr>
          <p:nvPr>
            <p:ph type="ftr" sz="quarter" idx="10"/>
          </p:nvPr>
        </p:nvSpPr>
        <p:spPr>
          <a:ln/>
        </p:spPr>
        <p:txBody>
          <a:bodyPr/>
          <a:lstStyle>
            <a:lvl1pPr>
              <a:defRPr/>
            </a:lvl1pPr>
          </a:lstStyle>
          <a:p>
            <a:pPr>
              <a:defRPr/>
            </a:pPr>
            <a:endParaRPr lang="en-US" altLang="en-US"/>
          </a:p>
        </p:txBody>
      </p:sp>
      <p:sp>
        <p:nvSpPr>
          <p:cNvPr id="5" name="Holder 5"/>
          <p:cNvSpPr txBox="1">
            <a:spLocks noGrp="1" noChangeArrowheads="1"/>
          </p:cNvSpPr>
          <p:nvPr>
            <p:ph type="dt" sz="half" idx="11"/>
          </p:nvPr>
        </p:nvSpPr>
        <p:spPr>
          <a:ln/>
        </p:spPr>
        <p:txBody>
          <a:bodyPr/>
          <a:lstStyle>
            <a:lvl1pPr>
              <a:defRPr/>
            </a:lvl1pPr>
          </a:lstStyle>
          <a:p>
            <a:pPr>
              <a:defRPr/>
            </a:pPr>
            <a:fld id="{53D6C8AB-2AA8-4634-9135-ABC39AA9885C}" type="datetime1">
              <a:rPr lang="en-US" altLang="en-US"/>
              <a:pPr>
                <a:defRPr/>
              </a:pPr>
              <a:t>2/19/2026</a:t>
            </a:fld>
            <a:endParaRPr lang="en-US" altLang="en-US"/>
          </a:p>
        </p:txBody>
      </p:sp>
      <p:sp>
        <p:nvSpPr>
          <p:cNvPr id="6" name="Holder 6"/>
          <p:cNvSpPr txBox="1">
            <a:spLocks noGrp="1" noChangeArrowheads="1"/>
          </p:cNvSpPr>
          <p:nvPr>
            <p:ph type="sldNum" sz="quarter" idx="12"/>
          </p:nvPr>
        </p:nvSpPr>
        <p:spPr>
          <a:ln/>
        </p:spPr>
        <p:txBody>
          <a:bodyPr/>
          <a:lstStyle>
            <a:lvl1pPr>
              <a:defRPr/>
            </a:lvl1pPr>
          </a:lstStyle>
          <a:p>
            <a:pPr>
              <a:defRPr/>
            </a:pPr>
            <a:fld id="{92DF2029-35AD-4979-85B9-71776324D05B}" type="slidenum">
              <a:rPr lang="en-US" altLang="en-US"/>
              <a:pPr>
                <a:defRPr/>
              </a:pPr>
              <a:t>‹#›</a:t>
            </a:fld>
            <a:endParaRPr lang="en-US" altLang="en-US"/>
          </a:p>
        </p:txBody>
      </p:sp>
    </p:spTree>
    <p:extLst>
      <p:ext uri="{BB962C8B-B14F-4D97-AF65-F5344CB8AC3E}">
        <p14:creationId xmlns:p14="http://schemas.microsoft.com/office/powerpoint/2010/main" val="3761591358"/>
      </p:ext>
    </p:extLst>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Holder 4"/>
          <p:cNvSpPr txBox="1">
            <a:spLocks noGrp="1" noChangeArrowheads="1"/>
          </p:cNvSpPr>
          <p:nvPr>
            <p:ph type="ftr" sz="quarter" idx="10"/>
          </p:nvPr>
        </p:nvSpPr>
        <p:spPr>
          <a:ln/>
        </p:spPr>
        <p:txBody>
          <a:bodyPr/>
          <a:lstStyle>
            <a:lvl1pPr>
              <a:defRPr/>
            </a:lvl1pPr>
          </a:lstStyle>
          <a:p>
            <a:pPr>
              <a:defRPr/>
            </a:pPr>
            <a:endParaRPr lang="en-US" altLang="en-US"/>
          </a:p>
        </p:txBody>
      </p:sp>
      <p:sp>
        <p:nvSpPr>
          <p:cNvPr id="5" name="Holder 5"/>
          <p:cNvSpPr txBox="1">
            <a:spLocks noGrp="1" noChangeArrowheads="1"/>
          </p:cNvSpPr>
          <p:nvPr>
            <p:ph type="dt" sz="half" idx="11"/>
          </p:nvPr>
        </p:nvSpPr>
        <p:spPr>
          <a:ln/>
        </p:spPr>
        <p:txBody>
          <a:bodyPr/>
          <a:lstStyle>
            <a:lvl1pPr>
              <a:defRPr/>
            </a:lvl1pPr>
          </a:lstStyle>
          <a:p>
            <a:pPr>
              <a:defRPr/>
            </a:pPr>
            <a:fld id="{AFBD1EE8-EB56-46EF-8475-A0084E2BD22D}" type="datetime1">
              <a:rPr lang="en-US" altLang="en-US"/>
              <a:pPr>
                <a:defRPr/>
              </a:pPr>
              <a:t>2/19/2026</a:t>
            </a:fld>
            <a:endParaRPr lang="en-US" altLang="en-US"/>
          </a:p>
        </p:txBody>
      </p:sp>
      <p:sp>
        <p:nvSpPr>
          <p:cNvPr id="6" name="Holder 6"/>
          <p:cNvSpPr txBox="1">
            <a:spLocks noGrp="1" noChangeArrowheads="1"/>
          </p:cNvSpPr>
          <p:nvPr>
            <p:ph type="sldNum" sz="quarter" idx="12"/>
          </p:nvPr>
        </p:nvSpPr>
        <p:spPr>
          <a:ln/>
        </p:spPr>
        <p:txBody>
          <a:bodyPr/>
          <a:lstStyle>
            <a:lvl1pPr>
              <a:defRPr/>
            </a:lvl1pPr>
          </a:lstStyle>
          <a:p>
            <a:pPr>
              <a:defRPr/>
            </a:pPr>
            <a:fld id="{21288D4E-4785-4830-845E-5FCA58396BD5}" type="slidenum">
              <a:rPr lang="en-US" altLang="en-US"/>
              <a:pPr>
                <a:defRPr/>
              </a:pPr>
              <a:t>‹#›</a:t>
            </a:fld>
            <a:endParaRPr lang="en-US" altLang="en-US"/>
          </a:p>
        </p:txBody>
      </p:sp>
    </p:spTree>
    <p:extLst>
      <p:ext uri="{BB962C8B-B14F-4D97-AF65-F5344CB8AC3E}">
        <p14:creationId xmlns:p14="http://schemas.microsoft.com/office/powerpoint/2010/main" val="2819541048"/>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Holder 4"/>
          <p:cNvSpPr txBox="1">
            <a:spLocks noGrp="1" noChangeArrowheads="1"/>
          </p:cNvSpPr>
          <p:nvPr>
            <p:ph type="ftr" sz="quarter" idx="10"/>
          </p:nvPr>
        </p:nvSpPr>
        <p:spPr>
          <a:ln/>
        </p:spPr>
        <p:txBody>
          <a:bodyPr/>
          <a:lstStyle>
            <a:lvl1pPr>
              <a:defRPr/>
            </a:lvl1pPr>
          </a:lstStyle>
          <a:p>
            <a:pPr>
              <a:defRPr/>
            </a:pPr>
            <a:endParaRPr lang="en-US" altLang="en-US"/>
          </a:p>
        </p:txBody>
      </p:sp>
      <p:sp>
        <p:nvSpPr>
          <p:cNvPr id="5" name="Holder 5"/>
          <p:cNvSpPr txBox="1">
            <a:spLocks noGrp="1" noChangeArrowheads="1"/>
          </p:cNvSpPr>
          <p:nvPr>
            <p:ph type="dt" sz="half" idx="11"/>
          </p:nvPr>
        </p:nvSpPr>
        <p:spPr>
          <a:ln/>
        </p:spPr>
        <p:txBody>
          <a:bodyPr/>
          <a:lstStyle>
            <a:lvl1pPr>
              <a:defRPr/>
            </a:lvl1pPr>
          </a:lstStyle>
          <a:p>
            <a:pPr>
              <a:defRPr/>
            </a:pPr>
            <a:fld id="{F45AEE45-9D8C-46BF-B9D2-BC9A36369B05}" type="datetime1">
              <a:rPr lang="en-US" altLang="en-US"/>
              <a:pPr>
                <a:defRPr/>
              </a:pPr>
              <a:t>2/19/2026</a:t>
            </a:fld>
            <a:endParaRPr lang="en-US" altLang="en-US"/>
          </a:p>
        </p:txBody>
      </p:sp>
      <p:sp>
        <p:nvSpPr>
          <p:cNvPr id="6" name="Holder 6"/>
          <p:cNvSpPr txBox="1">
            <a:spLocks noGrp="1" noChangeArrowheads="1"/>
          </p:cNvSpPr>
          <p:nvPr>
            <p:ph type="sldNum" sz="quarter" idx="12"/>
          </p:nvPr>
        </p:nvSpPr>
        <p:spPr>
          <a:ln/>
        </p:spPr>
        <p:txBody>
          <a:bodyPr/>
          <a:lstStyle>
            <a:lvl1pPr>
              <a:defRPr/>
            </a:lvl1pPr>
          </a:lstStyle>
          <a:p>
            <a:pPr>
              <a:defRPr/>
            </a:pPr>
            <a:fld id="{B63F3B71-A7C6-4D01-AC30-66082249CBA0}" type="slidenum">
              <a:rPr lang="en-US" altLang="en-US"/>
              <a:pPr>
                <a:defRPr/>
              </a:pPr>
              <a:t>‹#›</a:t>
            </a:fld>
            <a:endParaRPr lang="en-US" altLang="en-US"/>
          </a:p>
        </p:txBody>
      </p:sp>
    </p:spTree>
    <p:extLst>
      <p:ext uri="{BB962C8B-B14F-4D97-AF65-F5344CB8AC3E}">
        <p14:creationId xmlns:p14="http://schemas.microsoft.com/office/powerpoint/2010/main" val="2406675046"/>
      </p:ext>
    </p:extLst>
  </p:cSld>
  <p:clrMapOvr>
    <a:masterClrMapping/>
  </p:clrMapOvr>
  <p:transition spd="slow"/>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42900" y="1490663"/>
            <a:ext cx="4152900" cy="30607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90663"/>
            <a:ext cx="4152900" cy="30607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Holder 4"/>
          <p:cNvSpPr txBox="1">
            <a:spLocks noGrp="1" noChangeArrowheads="1"/>
          </p:cNvSpPr>
          <p:nvPr>
            <p:ph type="ftr" sz="quarter" idx="10"/>
          </p:nvPr>
        </p:nvSpPr>
        <p:spPr>
          <a:ln/>
        </p:spPr>
        <p:txBody>
          <a:bodyPr/>
          <a:lstStyle>
            <a:lvl1pPr>
              <a:defRPr/>
            </a:lvl1pPr>
          </a:lstStyle>
          <a:p>
            <a:pPr>
              <a:defRPr/>
            </a:pPr>
            <a:endParaRPr lang="en-US" altLang="en-US"/>
          </a:p>
        </p:txBody>
      </p:sp>
      <p:sp>
        <p:nvSpPr>
          <p:cNvPr id="6" name="Holder 5"/>
          <p:cNvSpPr txBox="1">
            <a:spLocks noGrp="1" noChangeArrowheads="1"/>
          </p:cNvSpPr>
          <p:nvPr>
            <p:ph type="dt" sz="half" idx="11"/>
          </p:nvPr>
        </p:nvSpPr>
        <p:spPr>
          <a:ln/>
        </p:spPr>
        <p:txBody>
          <a:bodyPr/>
          <a:lstStyle>
            <a:lvl1pPr>
              <a:defRPr/>
            </a:lvl1pPr>
          </a:lstStyle>
          <a:p>
            <a:pPr>
              <a:defRPr/>
            </a:pPr>
            <a:fld id="{CCB0014D-39EA-492F-A4A9-B594EAE6C631}" type="datetime1">
              <a:rPr lang="en-US" altLang="en-US"/>
              <a:pPr>
                <a:defRPr/>
              </a:pPr>
              <a:t>2/19/2026</a:t>
            </a:fld>
            <a:endParaRPr lang="en-US" altLang="en-US"/>
          </a:p>
        </p:txBody>
      </p:sp>
      <p:sp>
        <p:nvSpPr>
          <p:cNvPr id="7" name="Holder 6"/>
          <p:cNvSpPr txBox="1">
            <a:spLocks noGrp="1" noChangeArrowheads="1"/>
          </p:cNvSpPr>
          <p:nvPr>
            <p:ph type="sldNum" sz="quarter" idx="12"/>
          </p:nvPr>
        </p:nvSpPr>
        <p:spPr>
          <a:ln/>
        </p:spPr>
        <p:txBody>
          <a:bodyPr/>
          <a:lstStyle>
            <a:lvl1pPr>
              <a:defRPr/>
            </a:lvl1pPr>
          </a:lstStyle>
          <a:p>
            <a:pPr>
              <a:defRPr/>
            </a:pPr>
            <a:fld id="{24F7DD8E-B6C6-44D5-9F9F-4CE8DE5F8AEC}" type="slidenum">
              <a:rPr lang="en-US" altLang="en-US"/>
              <a:pPr>
                <a:defRPr/>
              </a:pPr>
              <a:t>‹#›</a:t>
            </a:fld>
            <a:endParaRPr lang="en-US" altLang="en-US"/>
          </a:p>
        </p:txBody>
      </p:sp>
    </p:spTree>
    <p:extLst>
      <p:ext uri="{BB962C8B-B14F-4D97-AF65-F5344CB8AC3E}">
        <p14:creationId xmlns:p14="http://schemas.microsoft.com/office/powerpoint/2010/main" val="459764501"/>
      </p:ext>
    </p:extLst>
  </p:cSld>
  <p:clrMapOvr>
    <a:masterClrMapping/>
  </p:clrMapOvr>
  <p:transition spd="slow"/>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Holder 4"/>
          <p:cNvSpPr txBox="1">
            <a:spLocks noGrp="1" noChangeArrowheads="1"/>
          </p:cNvSpPr>
          <p:nvPr>
            <p:ph type="ftr" sz="quarter" idx="10"/>
          </p:nvPr>
        </p:nvSpPr>
        <p:spPr>
          <a:ln/>
        </p:spPr>
        <p:txBody>
          <a:bodyPr/>
          <a:lstStyle>
            <a:lvl1pPr>
              <a:defRPr/>
            </a:lvl1pPr>
          </a:lstStyle>
          <a:p>
            <a:pPr>
              <a:defRPr/>
            </a:pPr>
            <a:endParaRPr lang="en-US" altLang="en-US"/>
          </a:p>
        </p:txBody>
      </p:sp>
      <p:sp>
        <p:nvSpPr>
          <p:cNvPr id="8" name="Holder 5"/>
          <p:cNvSpPr txBox="1">
            <a:spLocks noGrp="1" noChangeArrowheads="1"/>
          </p:cNvSpPr>
          <p:nvPr>
            <p:ph type="dt" sz="half" idx="11"/>
          </p:nvPr>
        </p:nvSpPr>
        <p:spPr>
          <a:ln/>
        </p:spPr>
        <p:txBody>
          <a:bodyPr/>
          <a:lstStyle>
            <a:lvl1pPr>
              <a:defRPr/>
            </a:lvl1pPr>
          </a:lstStyle>
          <a:p>
            <a:pPr>
              <a:defRPr/>
            </a:pPr>
            <a:fld id="{1D402C6E-6AFC-4735-B769-2444056DD15D}" type="datetime1">
              <a:rPr lang="en-US" altLang="en-US"/>
              <a:pPr>
                <a:defRPr/>
              </a:pPr>
              <a:t>2/19/2026</a:t>
            </a:fld>
            <a:endParaRPr lang="en-US" altLang="en-US"/>
          </a:p>
        </p:txBody>
      </p:sp>
      <p:sp>
        <p:nvSpPr>
          <p:cNvPr id="9" name="Holder 6"/>
          <p:cNvSpPr txBox="1">
            <a:spLocks noGrp="1" noChangeArrowheads="1"/>
          </p:cNvSpPr>
          <p:nvPr>
            <p:ph type="sldNum" sz="quarter" idx="12"/>
          </p:nvPr>
        </p:nvSpPr>
        <p:spPr>
          <a:ln/>
        </p:spPr>
        <p:txBody>
          <a:bodyPr/>
          <a:lstStyle>
            <a:lvl1pPr>
              <a:defRPr/>
            </a:lvl1pPr>
          </a:lstStyle>
          <a:p>
            <a:pPr>
              <a:defRPr/>
            </a:pPr>
            <a:fld id="{DE8437EB-F3E2-4C20-83C5-7D95958D543E}" type="slidenum">
              <a:rPr lang="en-US" altLang="en-US"/>
              <a:pPr>
                <a:defRPr/>
              </a:pPr>
              <a:t>‹#›</a:t>
            </a:fld>
            <a:endParaRPr lang="en-US" altLang="en-US"/>
          </a:p>
        </p:txBody>
      </p:sp>
    </p:spTree>
    <p:extLst>
      <p:ext uri="{BB962C8B-B14F-4D97-AF65-F5344CB8AC3E}">
        <p14:creationId xmlns:p14="http://schemas.microsoft.com/office/powerpoint/2010/main" val="280142198"/>
      </p:ext>
    </p:extLst>
  </p:cSld>
  <p:clrMapOvr>
    <a:masterClrMapping/>
  </p:clrMapOvr>
  <p:transition spd="slow"/>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Holder 4"/>
          <p:cNvSpPr txBox="1">
            <a:spLocks noGrp="1" noChangeArrowheads="1"/>
          </p:cNvSpPr>
          <p:nvPr>
            <p:ph type="ftr" sz="quarter" idx="10"/>
          </p:nvPr>
        </p:nvSpPr>
        <p:spPr>
          <a:ln/>
        </p:spPr>
        <p:txBody>
          <a:bodyPr/>
          <a:lstStyle>
            <a:lvl1pPr>
              <a:defRPr/>
            </a:lvl1pPr>
          </a:lstStyle>
          <a:p>
            <a:pPr>
              <a:defRPr/>
            </a:pPr>
            <a:endParaRPr lang="en-US" altLang="en-US"/>
          </a:p>
        </p:txBody>
      </p:sp>
      <p:sp>
        <p:nvSpPr>
          <p:cNvPr id="4" name="Holder 5"/>
          <p:cNvSpPr txBox="1">
            <a:spLocks noGrp="1" noChangeArrowheads="1"/>
          </p:cNvSpPr>
          <p:nvPr>
            <p:ph type="dt" sz="half" idx="11"/>
          </p:nvPr>
        </p:nvSpPr>
        <p:spPr>
          <a:ln/>
        </p:spPr>
        <p:txBody>
          <a:bodyPr/>
          <a:lstStyle>
            <a:lvl1pPr>
              <a:defRPr/>
            </a:lvl1pPr>
          </a:lstStyle>
          <a:p>
            <a:pPr>
              <a:defRPr/>
            </a:pPr>
            <a:fld id="{55031B25-FBBC-451D-89D2-F574D7298FA3}" type="datetime1">
              <a:rPr lang="en-US" altLang="en-US"/>
              <a:pPr>
                <a:defRPr/>
              </a:pPr>
              <a:t>2/19/2026</a:t>
            </a:fld>
            <a:endParaRPr lang="en-US" altLang="en-US"/>
          </a:p>
        </p:txBody>
      </p:sp>
      <p:sp>
        <p:nvSpPr>
          <p:cNvPr id="5" name="Holder 6"/>
          <p:cNvSpPr txBox="1">
            <a:spLocks noGrp="1" noChangeArrowheads="1"/>
          </p:cNvSpPr>
          <p:nvPr>
            <p:ph type="sldNum" sz="quarter" idx="12"/>
          </p:nvPr>
        </p:nvSpPr>
        <p:spPr>
          <a:ln/>
        </p:spPr>
        <p:txBody>
          <a:bodyPr/>
          <a:lstStyle>
            <a:lvl1pPr>
              <a:defRPr/>
            </a:lvl1pPr>
          </a:lstStyle>
          <a:p>
            <a:pPr>
              <a:defRPr/>
            </a:pPr>
            <a:fld id="{5FC19117-7E9C-490C-BE69-3985EC6A809B}" type="slidenum">
              <a:rPr lang="en-US" altLang="en-US"/>
              <a:pPr>
                <a:defRPr/>
              </a:pPr>
              <a:t>‹#›</a:t>
            </a:fld>
            <a:endParaRPr lang="en-US" altLang="en-US"/>
          </a:p>
        </p:txBody>
      </p:sp>
    </p:spTree>
    <p:extLst>
      <p:ext uri="{BB962C8B-B14F-4D97-AF65-F5344CB8AC3E}">
        <p14:creationId xmlns:p14="http://schemas.microsoft.com/office/powerpoint/2010/main" val="775237783"/>
      </p:ext>
    </p:extLst>
  </p:cSld>
  <p:clrMapOvr>
    <a:masterClrMapping/>
  </p:clrMapOvr>
  <p:transition spd="slow"/>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Holder 4"/>
          <p:cNvSpPr txBox="1">
            <a:spLocks noGrp="1" noChangeArrowheads="1"/>
          </p:cNvSpPr>
          <p:nvPr>
            <p:ph type="ftr" sz="quarter" idx="10"/>
          </p:nvPr>
        </p:nvSpPr>
        <p:spPr>
          <a:ln/>
        </p:spPr>
        <p:txBody>
          <a:bodyPr/>
          <a:lstStyle>
            <a:lvl1pPr>
              <a:defRPr/>
            </a:lvl1pPr>
          </a:lstStyle>
          <a:p>
            <a:pPr>
              <a:defRPr/>
            </a:pPr>
            <a:endParaRPr lang="en-US" altLang="en-US"/>
          </a:p>
        </p:txBody>
      </p:sp>
      <p:sp>
        <p:nvSpPr>
          <p:cNvPr id="3" name="Holder 5"/>
          <p:cNvSpPr txBox="1">
            <a:spLocks noGrp="1" noChangeArrowheads="1"/>
          </p:cNvSpPr>
          <p:nvPr>
            <p:ph type="dt" sz="half" idx="11"/>
          </p:nvPr>
        </p:nvSpPr>
        <p:spPr>
          <a:ln/>
        </p:spPr>
        <p:txBody>
          <a:bodyPr/>
          <a:lstStyle>
            <a:lvl1pPr>
              <a:defRPr/>
            </a:lvl1pPr>
          </a:lstStyle>
          <a:p>
            <a:pPr>
              <a:defRPr/>
            </a:pPr>
            <a:fld id="{902FD884-FFA9-4E59-B234-8A69036847B9}" type="datetime1">
              <a:rPr lang="en-US" altLang="en-US"/>
              <a:pPr>
                <a:defRPr/>
              </a:pPr>
              <a:t>2/19/2026</a:t>
            </a:fld>
            <a:endParaRPr lang="en-US" altLang="en-US"/>
          </a:p>
        </p:txBody>
      </p:sp>
      <p:sp>
        <p:nvSpPr>
          <p:cNvPr id="4" name="Holder 6"/>
          <p:cNvSpPr txBox="1">
            <a:spLocks noGrp="1" noChangeArrowheads="1"/>
          </p:cNvSpPr>
          <p:nvPr>
            <p:ph type="sldNum" sz="quarter" idx="12"/>
          </p:nvPr>
        </p:nvSpPr>
        <p:spPr>
          <a:ln/>
        </p:spPr>
        <p:txBody>
          <a:bodyPr/>
          <a:lstStyle>
            <a:lvl1pPr>
              <a:defRPr/>
            </a:lvl1pPr>
          </a:lstStyle>
          <a:p>
            <a:pPr>
              <a:defRPr/>
            </a:pPr>
            <a:fld id="{3F081005-36E8-478E-8B5A-F3DAC943D223}" type="slidenum">
              <a:rPr lang="en-US" altLang="en-US"/>
              <a:pPr>
                <a:defRPr/>
              </a:pPr>
              <a:t>‹#›</a:t>
            </a:fld>
            <a:endParaRPr lang="en-US" altLang="en-US"/>
          </a:p>
        </p:txBody>
      </p:sp>
    </p:spTree>
    <p:extLst>
      <p:ext uri="{BB962C8B-B14F-4D97-AF65-F5344CB8AC3E}">
        <p14:creationId xmlns:p14="http://schemas.microsoft.com/office/powerpoint/2010/main" val="1875702985"/>
      </p:ext>
    </p:extLst>
  </p:cSld>
  <p:clrMapOvr>
    <a:masterClrMapping/>
  </p:clrMapOvr>
  <p:transition spd="slow"/>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Holder 4"/>
          <p:cNvSpPr txBox="1">
            <a:spLocks noGrp="1" noChangeArrowheads="1"/>
          </p:cNvSpPr>
          <p:nvPr>
            <p:ph type="ftr" sz="quarter" idx="10"/>
          </p:nvPr>
        </p:nvSpPr>
        <p:spPr>
          <a:ln/>
        </p:spPr>
        <p:txBody>
          <a:bodyPr/>
          <a:lstStyle>
            <a:lvl1pPr>
              <a:defRPr/>
            </a:lvl1pPr>
          </a:lstStyle>
          <a:p>
            <a:pPr>
              <a:defRPr/>
            </a:pPr>
            <a:endParaRPr lang="en-US" altLang="en-US"/>
          </a:p>
        </p:txBody>
      </p:sp>
      <p:sp>
        <p:nvSpPr>
          <p:cNvPr id="6" name="Holder 5"/>
          <p:cNvSpPr txBox="1">
            <a:spLocks noGrp="1" noChangeArrowheads="1"/>
          </p:cNvSpPr>
          <p:nvPr>
            <p:ph type="dt" sz="half" idx="11"/>
          </p:nvPr>
        </p:nvSpPr>
        <p:spPr>
          <a:ln/>
        </p:spPr>
        <p:txBody>
          <a:bodyPr/>
          <a:lstStyle>
            <a:lvl1pPr>
              <a:defRPr/>
            </a:lvl1pPr>
          </a:lstStyle>
          <a:p>
            <a:pPr>
              <a:defRPr/>
            </a:pPr>
            <a:fld id="{501A0F32-791C-46C2-9AA5-4D2A1ECA0CC1}" type="datetime1">
              <a:rPr lang="en-US" altLang="en-US"/>
              <a:pPr>
                <a:defRPr/>
              </a:pPr>
              <a:t>2/19/2026</a:t>
            </a:fld>
            <a:endParaRPr lang="en-US" altLang="en-US"/>
          </a:p>
        </p:txBody>
      </p:sp>
      <p:sp>
        <p:nvSpPr>
          <p:cNvPr id="7" name="Holder 6"/>
          <p:cNvSpPr txBox="1">
            <a:spLocks noGrp="1" noChangeArrowheads="1"/>
          </p:cNvSpPr>
          <p:nvPr>
            <p:ph type="sldNum" sz="quarter" idx="12"/>
          </p:nvPr>
        </p:nvSpPr>
        <p:spPr>
          <a:ln/>
        </p:spPr>
        <p:txBody>
          <a:bodyPr/>
          <a:lstStyle>
            <a:lvl1pPr>
              <a:defRPr/>
            </a:lvl1pPr>
          </a:lstStyle>
          <a:p>
            <a:pPr>
              <a:defRPr/>
            </a:pPr>
            <a:fld id="{DEC2DD17-0F9F-4988-83AE-EE64C71C7812}" type="slidenum">
              <a:rPr lang="en-US" altLang="en-US"/>
              <a:pPr>
                <a:defRPr/>
              </a:pPr>
              <a:t>‹#›</a:t>
            </a:fld>
            <a:endParaRPr lang="en-US" altLang="en-US"/>
          </a:p>
        </p:txBody>
      </p:sp>
    </p:spTree>
    <p:extLst>
      <p:ext uri="{BB962C8B-B14F-4D97-AF65-F5344CB8AC3E}">
        <p14:creationId xmlns:p14="http://schemas.microsoft.com/office/powerpoint/2010/main" val="392172151"/>
      </p:ext>
    </p:extLst>
  </p:cSld>
  <p:clrMapOvr>
    <a:masterClrMapping/>
  </p:clrMapOvr>
  <p:transition spd="slow"/>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Holder 4"/>
          <p:cNvSpPr txBox="1">
            <a:spLocks noGrp="1" noChangeArrowheads="1"/>
          </p:cNvSpPr>
          <p:nvPr>
            <p:ph type="ftr" sz="quarter" idx="10"/>
          </p:nvPr>
        </p:nvSpPr>
        <p:spPr>
          <a:ln/>
        </p:spPr>
        <p:txBody>
          <a:bodyPr/>
          <a:lstStyle>
            <a:lvl1pPr>
              <a:defRPr/>
            </a:lvl1pPr>
          </a:lstStyle>
          <a:p>
            <a:pPr>
              <a:defRPr/>
            </a:pPr>
            <a:endParaRPr lang="en-US" altLang="en-US"/>
          </a:p>
        </p:txBody>
      </p:sp>
      <p:sp>
        <p:nvSpPr>
          <p:cNvPr id="6" name="Holder 5"/>
          <p:cNvSpPr txBox="1">
            <a:spLocks noGrp="1" noChangeArrowheads="1"/>
          </p:cNvSpPr>
          <p:nvPr>
            <p:ph type="dt" sz="half" idx="11"/>
          </p:nvPr>
        </p:nvSpPr>
        <p:spPr>
          <a:ln/>
        </p:spPr>
        <p:txBody>
          <a:bodyPr/>
          <a:lstStyle>
            <a:lvl1pPr>
              <a:defRPr/>
            </a:lvl1pPr>
          </a:lstStyle>
          <a:p>
            <a:pPr>
              <a:defRPr/>
            </a:pPr>
            <a:fld id="{F7A694AE-51CE-4ECF-BFE1-EC1F4BA5DFB3}" type="datetime1">
              <a:rPr lang="en-US" altLang="en-US"/>
              <a:pPr>
                <a:defRPr/>
              </a:pPr>
              <a:t>2/19/2026</a:t>
            </a:fld>
            <a:endParaRPr lang="en-US" altLang="en-US"/>
          </a:p>
        </p:txBody>
      </p:sp>
      <p:sp>
        <p:nvSpPr>
          <p:cNvPr id="7" name="Holder 6"/>
          <p:cNvSpPr txBox="1">
            <a:spLocks noGrp="1" noChangeArrowheads="1"/>
          </p:cNvSpPr>
          <p:nvPr>
            <p:ph type="sldNum" sz="quarter" idx="12"/>
          </p:nvPr>
        </p:nvSpPr>
        <p:spPr>
          <a:ln/>
        </p:spPr>
        <p:txBody>
          <a:bodyPr/>
          <a:lstStyle>
            <a:lvl1pPr>
              <a:defRPr/>
            </a:lvl1pPr>
          </a:lstStyle>
          <a:p>
            <a:pPr>
              <a:defRPr/>
            </a:pPr>
            <a:fld id="{5548585D-1766-4AAF-B460-F8324DE34987}" type="slidenum">
              <a:rPr lang="en-US" altLang="en-US"/>
              <a:pPr>
                <a:defRPr/>
              </a:pPr>
              <a:t>‹#›</a:t>
            </a:fld>
            <a:endParaRPr lang="en-US" altLang="en-US"/>
          </a:p>
        </p:txBody>
      </p:sp>
    </p:spTree>
    <p:extLst>
      <p:ext uri="{BB962C8B-B14F-4D97-AF65-F5344CB8AC3E}">
        <p14:creationId xmlns:p14="http://schemas.microsoft.com/office/powerpoint/2010/main" val="1410576951"/>
      </p:ext>
    </p:extLst>
  </p:cSld>
  <p:clrMapOvr>
    <a:masterClrMapping/>
  </p:clrMapOvr>
  <p:transition spd="slow"/>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Holder 4"/>
          <p:cNvSpPr txBox="1">
            <a:spLocks noGrp="1" noChangeArrowheads="1"/>
          </p:cNvSpPr>
          <p:nvPr>
            <p:ph type="ftr" sz="quarter" idx="10"/>
          </p:nvPr>
        </p:nvSpPr>
        <p:spPr>
          <a:ln/>
        </p:spPr>
        <p:txBody>
          <a:bodyPr/>
          <a:lstStyle>
            <a:lvl1pPr>
              <a:defRPr/>
            </a:lvl1pPr>
          </a:lstStyle>
          <a:p>
            <a:pPr>
              <a:defRPr/>
            </a:pPr>
            <a:endParaRPr lang="en-US" altLang="en-US"/>
          </a:p>
        </p:txBody>
      </p:sp>
      <p:sp>
        <p:nvSpPr>
          <p:cNvPr id="5" name="Holder 5"/>
          <p:cNvSpPr txBox="1">
            <a:spLocks noGrp="1" noChangeArrowheads="1"/>
          </p:cNvSpPr>
          <p:nvPr>
            <p:ph type="dt" sz="half" idx="11"/>
          </p:nvPr>
        </p:nvSpPr>
        <p:spPr>
          <a:ln/>
        </p:spPr>
        <p:txBody>
          <a:bodyPr/>
          <a:lstStyle>
            <a:lvl1pPr>
              <a:defRPr/>
            </a:lvl1pPr>
          </a:lstStyle>
          <a:p>
            <a:pPr>
              <a:defRPr/>
            </a:pPr>
            <a:fld id="{F76AA8E4-0407-4E83-A964-DAB31FC3F3F5}" type="datetime1">
              <a:rPr lang="en-US" altLang="en-US"/>
              <a:pPr>
                <a:defRPr/>
              </a:pPr>
              <a:t>2/19/2026</a:t>
            </a:fld>
            <a:endParaRPr lang="en-US" altLang="en-US"/>
          </a:p>
        </p:txBody>
      </p:sp>
      <p:sp>
        <p:nvSpPr>
          <p:cNvPr id="6" name="Holder 6"/>
          <p:cNvSpPr txBox="1">
            <a:spLocks noGrp="1" noChangeArrowheads="1"/>
          </p:cNvSpPr>
          <p:nvPr>
            <p:ph type="sldNum" sz="quarter" idx="12"/>
          </p:nvPr>
        </p:nvSpPr>
        <p:spPr>
          <a:ln/>
        </p:spPr>
        <p:txBody>
          <a:bodyPr/>
          <a:lstStyle>
            <a:lvl1pPr>
              <a:defRPr/>
            </a:lvl1pPr>
          </a:lstStyle>
          <a:p>
            <a:pPr>
              <a:defRPr/>
            </a:pPr>
            <a:fld id="{111DDCE0-12F0-469C-87BF-8E02E4D30511}" type="slidenum">
              <a:rPr lang="en-US" altLang="en-US"/>
              <a:pPr>
                <a:defRPr/>
              </a:pPr>
              <a:t>‹#›</a:t>
            </a:fld>
            <a:endParaRPr lang="en-US" altLang="en-US"/>
          </a:p>
        </p:txBody>
      </p:sp>
    </p:spTree>
    <p:extLst>
      <p:ext uri="{BB962C8B-B14F-4D97-AF65-F5344CB8AC3E}">
        <p14:creationId xmlns:p14="http://schemas.microsoft.com/office/powerpoint/2010/main" val="3845509232"/>
      </p:ext>
    </p:extLst>
  </p:cSld>
  <p:clrMapOvr>
    <a:masterClrMapping/>
  </p:clrMapOvr>
  <p:transition spd="slow"/>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396875"/>
            <a:ext cx="2114550" cy="41544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42900" y="396875"/>
            <a:ext cx="6191250" cy="41544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Holder 4"/>
          <p:cNvSpPr txBox="1">
            <a:spLocks noGrp="1" noChangeArrowheads="1"/>
          </p:cNvSpPr>
          <p:nvPr>
            <p:ph type="ftr" sz="quarter" idx="10"/>
          </p:nvPr>
        </p:nvSpPr>
        <p:spPr>
          <a:ln/>
        </p:spPr>
        <p:txBody>
          <a:bodyPr/>
          <a:lstStyle>
            <a:lvl1pPr>
              <a:defRPr/>
            </a:lvl1pPr>
          </a:lstStyle>
          <a:p>
            <a:pPr>
              <a:defRPr/>
            </a:pPr>
            <a:endParaRPr lang="en-US" altLang="en-US"/>
          </a:p>
        </p:txBody>
      </p:sp>
      <p:sp>
        <p:nvSpPr>
          <p:cNvPr id="5" name="Holder 5"/>
          <p:cNvSpPr txBox="1">
            <a:spLocks noGrp="1" noChangeArrowheads="1"/>
          </p:cNvSpPr>
          <p:nvPr>
            <p:ph type="dt" sz="half" idx="11"/>
          </p:nvPr>
        </p:nvSpPr>
        <p:spPr>
          <a:ln/>
        </p:spPr>
        <p:txBody>
          <a:bodyPr/>
          <a:lstStyle>
            <a:lvl1pPr>
              <a:defRPr/>
            </a:lvl1pPr>
          </a:lstStyle>
          <a:p>
            <a:pPr>
              <a:defRPr/>
            </a:pPr>
            <a:fld id="{40E9C831-E3EA-484E-83F8-BFF26F94BE77}" type="datetime1">
              <a:rPr lang="en-US" altLang="en-US"/>
              <a:pPr>
                <a:defRPr/>
              </a:pPr>
              <a:t>2/19/2026</a:t>
            </a:fld>
            <a:endParaRPr lang="en-US" altLang="en-US"/>
          </a:p>
        </p:txBody>
      </p:sp>
      <p:sp>
        <p:nvSpPr>
          <p:cNvPr id="6" name="Holder 6"/>
          <p:cNvSpPr txBox="1">
            <a:spLocks noGrp="1" noChangeArrowheads="1"/>
          </p:cNvSpPr>
          <p:nvPr>
            <p:ph type="sldNum" sz="quarter" idx="12"/>
          </p:nvPr>
        </p:nvSpPr>
        <p:spPr>
          <a:ln/>
        </p:spPr>
        <p:txBody>
          <a:bodyPr/>
          <a:lstStyle>
            <a:lvl1pPr>
              <a:defRPr/>
            </a:lvl1pPr>
          </a:lstStyle>
          <a:p>
            <a:pPr>
              <a:defRPr/>
            </a:pPr>
            <a:fld id="{E907121F-7037-411B-B0E4-F56EF32632B4}" type="slidenum">
              <a:rPr lang="en-US" altLang="en-US"/>
              <a:pPr>
                <a:defRPr/>
              </a:pPr>
              <a:t>‹#›</a:t>
            </a:fld>
            <a:endParaRPr lang="en-US" altLang="en-US"/>
          </a:p>
        </p:txBody>
      </p:sp>
    </p:spTree>
    <p:extLst>
      <p:ext uri="{BB962C8B-B14F-4D97-AF65-F5344CB8AC3E}">
        <p14:creationId xmlns:p14="http://schemas.microsoft.com/office/powerpoint/2010/main" val="737130664"/>
      </p:ext>
    </p:extLst>
  </p:cSld>
  <p:clrMapOvr>
    <a:masterClrMapping/>
  </p:clrMapOvr>
  <p:transition spd="slow"/>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6575" y="396875"/>
            <a:ext cx="8070850" cy="558800"/>
          </a:xfrm>
        </p:spPr>
        <p:txBody>
          <a:bodyPr/>
          <a:lstStyle/>
          <a:p>
            <a:r>
              <a:rPr lang="en-US"/>
              <a:t>Click to edit Master title style</a:t>
            </a:r>
          </a:p>
        </p:txBody>
      </p:sp>
      <p:sp>
        <p:nvSpPr>
          <p:cNvPr id="3" name="Text Placeholder 2"/>
          <p:cNvSpPr>
            <a:spLocks noGrp="1"/>
          </p:cNvSpPr>
          <p:nvPr>
            <p:ph type="body" sz="half" idx="1"/>
          </p:nvPr>
        </p:nvSpPr>
        <p:spPr>
          <a:xfrm>
            <a:off x="342900" y="1490663"/>
            <a:ext cx="4152900" cy="3060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90663"/>
            <a:ext cx="4152900" cy="3060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Holder 4"/>
          <p:cNvSpPr txBox="1">
            <a:spLocks noGrp="1" noChangeArrowheads="1"/>
          </p:cNvSpPr>
          <p:nvPr>
            <p:ph type="ftr" sz="quarter" idx="10"/>
          </p:nvPr>
        </p:nvSpPr>
        <p:spPr>
          <a:ln/>
        </p:spPr>
        <p:txBody>
          <a:bodyPr/>
          <a:lstStyle>
            <a:lvl1pPr>
              <a:defRPr/>
            </a:lvl1pPr>
          </a:lstStyle>
          <a:p>
            <a:pPr>
              <a:defRPr/>
            </a:pPr>
            <a:endParaRPr lang="en-US" altLang="en-US"/>
          </a:p>
        </p:txBody>
      </p:sp>
      <p:sp>
        <p:nvSpPr>
          <p:cNvPr id="6" name="Holder 5"/>
          <p:cNvSpPr txBox="1">
            <a:spLocks noGrp="1" noChangeArrowheads="1"/>
          </p:cNvSpPr>
          <p:nvPr>
            <p:ph type="dt" sz="half" idx="11"/>
          </p:nvPr>
        </p:nvSpPr>
        <p:spPr>
          <a:ln/>
        </p:spPr>
        <p:txBody>
          <a:bodyPr/>
          <a:lstStyle>
            <a:lvl1pPr>
              <a:defRPr/>
            </a:lvl1pPr>
          </a:lstStyle>
          <a:p>
            <a:pPr>
              <a:defRPr/>
            </a:pPr>
            <a:fld id="{3022E358-C0C2-4C3E-B03F-5094527661D3}" type="datetime1">
              <a:rPr lang="en-US" altLang="en-US"/>
              <a:pPr>
                <a:defRPr/>
              </a:pPr>
              <a:t>2/19/2026</a:t>
            </a:fld>
            <a:endParaRPr lang="en-US" altLang="en-US"/>
          </a:p>
        </p:txBody>
      </p:sp>
      <p:sp>
        <p:nvSpPr>
          <p:cNvPr id="7" name="Holder 6"/>
          <p:cNvSpPr txBox="1">
            <a:spLocks noGrp="1" noChangeArrowheads="1"/>
          </p:cNvSpPr>
          <p:nvPr>
            <p:ph type="sldNum" sz="quarter" idx="12"/>
          </p:nvPr>
        </p:nvSpPr>
        <p:spPr>
          <a:ln/>
        </p:spPr>
        <p:txBody>
          <a:bodyPr/>
          <a:lstStyle>
            <a:lvl1pPr>
              <a:defRPr/>
            </a:lvl1pPr>
          </a:lstStyle>
          <a:p>
            <a:pPr>
              <a:defRPr/>
            </a:pPr>
            <a:fld id="{A129B4D1-D449-4FC0-95C5-30BD465C8195}" type="slidenum">
              <a:rPr lang="en-US" altLang="en-US"/>
              <a:pPr>
                <a:defRPr/>
              </a:pPr>
              <a:t>‹#›</a:t>
            </a:fld>
            <a:endParaRPr lang="en-US" altLang="en-US"/>
          </a:p>
        </p:txBody>
      </p:sp>
    </p:spTree>
    <p:extLst>
      <p:ext uri="{BB962C8B-B14F-4D97-AF65-F5344CB8AC3E}">
        <p14:creationId xmlns:p14="http://schemas.microsoft.com/office/powerpoint/2010/main" val="1183048306"/>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1026" name="bk object 16"/>
          <p:cNvSpPr>
            <a:spLocks/>
          </p:cNvSpPr>
          <p:nvPr/>
        </p:nvSpPr>
        <p:spPr bwMode="auto">
          <a:xfrm>
            <a:off x="0" y="0"/>
            <a:ext cx="9144000" cy="68580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13"/>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1027" name="Holder 2"/>
          <p:cNvSpPr txBox="1">
            <a:spLocks noGrp="1" noChangeArrowheads="1"/>
          </p:cNvSpPr>
          <p:nvPr>
            <p:ph type="ftr" sz="quarter" idx="3"/>
          </p:nvPr>
        </p:nvSpPr>
        <p:spPr bwMode="auto">
          <a:xfrm>
            <a:off x="3108325" y="6378575"/>
            <a:ext cx="2925763"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eaLnBrk="1">
              <a:defRPr sz="2400">
                <a:solidFill>
                  <a:srgbClr val="000000"/>
                </a:solidFill>
                <a:latin typeface="Times New Roman" pitchFamily="18" charset="0"/>
                <a:ea typeface="Arial Unicode MS" pitchFamily="34" charset="-128"/>
                <a:cs typeface="Arial Unicode MS" pitchFamily="34" charset="-128"/>
              </a:defRPr>
            </a:lvl1pPr>
          </a:lstStyle>
          <a:p>
            <a:pPr>
              <a:defRPr/>
            </a:pPr>
            <a:endParaRPr lang="en-US" altLang="en-US"/>
          </a:p>
        </p:txBody>
      </p:sp>
      <p:sp>
        <p:nvSpPr>
          <p:cNvPr id="1028" name="Holder 3"/>
          <p:cNvSpPr txBox="1">
            <a:spLocks noGrp="1" noChangeArrowheads="1"/>
          </p:cNvSpPr>
          <p:nvPr>
            <p:ph type="dt" sz="half" idx="2"/>
          </p:nvPr>
        </p:nvSpPr>
        <p:spPr bwMode="auto">
          <a:xfrm>
            <a:off x="457200" y="6378575"/>
            <a:ext cx="2103438"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eaLnBrk="1">
              <a:defRPr>
                <a:solidFill>
                  <a:srgbClr val="8B8B8B"/>
                </a:solidFill>
                <a:ea typeface="Arial Unicode MS" pitchFamily="34" charset="-128"/>
                <a:cs typeface="Arial Unicode MS" pitchFamily="34" charset="-128"/>
              </a:defRPr>
            </a:lvl1pPr>
          </a:lstStyle>
          <a:p>
            <a:pPr>
              <a:defRPr/>
            </a:pPr>
            <a:fld id="{2AEAF448-DE4D-4BFD-BBC9-509FB8951B1C}" type="datetime1">
              <a:rPr lang="en-US" altLang="en-US"/>
              <a:pPr>
                <a:defRPr/>
              </a:pPr>
              <a:t>2/19/2026</a:t>
            </a:fld>
            <a:endParaRPr lang="en-US" altLang="en-US"/>
          </a:p>
        </p:txBody>
      </p:sp>
      <p:sp>
        <p:nvSpPr>
          <p:cNvPr id="1029" name="Holder 4"/>
          <p:cNvSpPr txBox="1">
            <a:spLocks noGrp="1" noChangeArrowheads="1"/>
          </p:cNvSpPr>
          <p:nvPr>
            <p:ph type="sldNum" sz="quarter" idx="4"/>
          </p:nvPr>
        </p:nvSpPr>
        <p:spPr bwMode="auto">
          <a:xfrm>
            <a:off x="100013" y="6607175"/>
            <a:ext cx="17938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r" eaLnBrk="1">
              <a:defRPr sz="1000">
                <a:solidFill>
                  <a:srgbClr val="FFFFFF"/>
                </a:solidFill>
                <a:latin typeface="Times New Roman" pitchFamily="18" charset="0"/>
                <a:ea typeface="Arial Unicode MS" pitchFamily="34" charset="-128"/>
                <a:cs typeface="Arial Unicode MS" pitchFamily="34" charset="-128"/>
              </a:defRPr>
            </a:lvl1pPr>
          </a:lstStyle>
          <a:p>
            <a:pPr>
              <a:defRPr/>
            </a:pPr>
            <a:fld id="{3B9F6CDD-36FF-4D8A-8966-BF3A02979680}" type="slidenum">
              <a:rPr lang="en-US" altLang="en-US"/>
              <a:pPr>
                <a:defRPr/>
              </a:pPr>
              <a:t>‹#›</a:t>
            </a:fld>
            <a:endParaRPr lang="en-US" altLang="en-US"/>
          </a:p>
        </p:txBody>
      </p:sp>
      <p:sp>
        <p:nvSpPr>
          <p:cNvPr id="1030" name="Title Placeholder 5"/>
          <p:cNvSpPr txBox="1">
            <a:spLocks noGrp="1" noChangeArrowheads="1"/>
          </p:cNvSpPr>
          <p:nvPr>
            <p:ph type="title"/>
          </p:nvPr>
        </p:nvSpPr>
        <p:spPr bwMode="auto">
          <a:xfrm>
            <a:off x="457200" y="273050"/>
            <a:ext cx="8229600"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1" compatLnSpc="1">
            <a:prstTxWarp prst="textNoShape">
              <a:avLst/>
            </a:prstTxWarp>
          </a:bodyPr>
          <a:lstStyle/>
          <a:p>
            <a:pPr lvl="0"/>
            <a:endParaRPr lang="en-US" altLang="en-US"/>
          </a:p>
        </p:txBody>
      </p:sp>
      <p:sp>
        <p:nvSpPr>
          <p:cNvPr id="1031" name="Text Placeholder 6"/>
          <p:cNvSpPr txBox="1">
            <a:spLocks noGrp="1" noChangeArrowheads="1"/>
          </p:cNvSpPr>
          <p:nvPr>
            <p:ph type="body" idx="1"/>
          </p:nvPr>
        </p:nvSpPr>
        <p:spPr bwMode="auto">
          <a:xfrm>
            <a:off x="457200" y="1604963"/>
            <a:ext cx="82296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slow"/>
  <p:txStyles>
    <p:titleStyle>
      <a:lvl1pPr algn="ctr" rtl="0" eaLnBrk="0" fontAlgn="base" hangingPunct="0">
        <a:spcBef>
          <a:spcPct val="0"/>
        </a:spcBef>
        <a:spcAft>
          <a:spcPct val="0"/>
        </a:spcAft>
        <a:defRPr sz="4400">
          <a:solidFill>
            <a:srgbClr val="000000"/>
          </a:solidFill>
          <a:latin typeface="+mj-lt"/>
          <a:ea typeface="+mj-ea"/>
          <a:cs typeface="+mj-cs"/>
        </a:defRPr>
      </a:lvl1pPr>
      <a:lvl2pPr algn="ctr" rtl="0" eaLnBrk="0" fontAlgn="base" hangingPunct="0">
        <a:spcBef>
          <a:spcPct val="0"/>
        </a:spcBef>
        <a:spcAft>
          <a:spcPct val="0"/>
        </a:spcAft>
        <a:defRPr sz="4400">
          <a:solidFill>
            <a:srgbClr val="000000"/>
          </a:solidFill>
          <a:latin typeface="Calibri" pitchFamily="34" charset="0"/>
          <a:ea typeface="Microsoft YaHei" pitchFamily="34" charset="-122"/>
        </a:defRPr>
      </a:lvl2pPr>
      <a:lvl3pPr algn="ctr" rtl="0" eaLnBrk="0" fontAlgn="base" hangingPunct="0">
        <a:spcBef>
          <a:spcPct val="0"/>
        </a:spcBef>
        <a:spcAft>
          <a:spcPct val="0"/>
        </a:spcAft>
        <a:defRPr sz="4400">
          <a:solidFill>
            <a:srgbClr val="000000"/>
          </a:solidFill>
          <a:latin typeface="Calibri" pitchFamily="34" charset="0"/>
          <a:ea typeface="Microsoft YaHei" pitchFamily="34" charset="-122"/>
        </a:defRPr>
      </a:lvl3pPr>
      <a:lvl4pPr algn="ctr" rtl="0" eaLnBrk="0" fontAlgn="base" hangingPunct="0">
        <a:spcBef>
          <a:spcPct val="0"/>
        </a:spcBef>
        <a:spcAft>
          <a:spcPct val="0"/>
        </a:spcAft>
        <a:defRPr sz="4400">
          <a:solidFill>
            <a:srgbClr val="000000"/>
          </a:solidFill>
          <a:latin typeface="Calibri" pitchFamily="34" charset="0"/>
          <a:ea typeface="Microsoft YaHei" pitchFamily="34" charset="-122"/>
        </a:defRPr>
      </a:lvl4pPr>
      <a:lvl5pPr algn="ctr" rtl="0" eaLnBrk="0" fontAlgn="base" hangingPunct="0">
        <a:spcBef>
          <a:spcPct val="0"/>
        </a:spcBef>
        <a:spcAft>
          <a:spcPct val="0"/>
        </a:spcAft>
        <a:defRPr sz="4400">
          <a:solidFill>
            <a:srgbClr val="000000"/>
          </a:solidFill>
          <a:latin typeface="Calibri" pitchFamily="34" charset="0"/>
          <a:ea typeface="Microsoft YaHei" pitchFamily="34" charset="-122"/>
        </a:defRPr>
      </a:lvl5pPr>
      <a:lvl6pPr marL="457200" algn="ctr" rtl="0" eaLnBrk="0" fontAlgn="base" hangingPunct="0">
        <a:spcBef>
          <a:spcPct val="0"/>
        </a:spcBef>
        <a:spcAft>
          <a:spcPct val="0"/>
        </a:spcAft>
        <a:defRPr sz="4400">
          <a:solidFill>
            <a:srgbClr val="000000"/>
          </a:solidFill>
          <a:latin typeface="Calibri" pitchFamily="34" charset="0"/>
          <a:ea typeface="Microsoft YaHei" pitchFamily="34" charset="-122"/>
        </a:defRPr>
      </a:lvl6pPr>
      <a:lvl7pPr marL="914400" algn="ctr" rtl="0" eaLnBrk="0" fontAlgn="base" hangingPunct="0">
        <a:spcBef>
          <a:spcPct val="0"/>
        </a:spcBef>
        <a:spcAft>
          <a:spcPct val="0"/>
        </a:spcAft>
        <a:defRPr sz="4400">
          <a:solidFill>
            <a:srgbClr val="000000"/>
          </a:solidFill>
          <a:latin typeface="Calibri" pitchFamily="34" charset="0"/>
          <a:ea typeface="Microsoft YaHei" pitchFamily="34" charset="-122"/>
        </a:defRPr>
      </a:lvl7pPr>
      <a:lvl8pPr marL="1371600" algn="ctr" rtl="0" eaLnBrk="0" fontAlgn="base" hangingPunct="0">
        <a:spcBef>
          <a:spcPct val="0"/>
        </a:spcBef>
        <a:spcAft>
          <a:spcPct val="0"/>
        </a:spcAft>
        <a:defRPr sz="4400">
          <a:solidFill>
            <a:srgbClr val="000000"/>
          </a:solidFill>
          <a:latin typeface="Calibri" pitchFamily="34" charset="0"/>
          <a:ea typeface="Microsoft YaHei" pitchFamily="34" charset="-122"/>
        </a:defRPr>
      </a:lvl8pPr>
      <a:lvl9pPr marL="1828800" algn="ctr" rtl="0" eaLnBrk="0" fontAlgn="base" hangingPunct="0">
        <a:spcBef>
          <a:spcPct val="0"/>
        </a:spcBef>
        <a:spcAft>
          <a:spcPct val="0"/>
        </a:spcAft>
        <a:defRPr sz="4400">
          <a:solidFill>
            <a:srgbClr val="000000"/>
          </a:solidFill>
          <a:latin typeface="Calibri" pitchFamily="34" charset="0"/>
          <a:ea typeface="Microsoft YaHei" pitchFamily="34" charset="-122"/>
        </a:defRPr>
      </a:lvl9pPr>
    </p:titleStyle>
    <p:bodyStyle>
      <a:lvl1pPr marL="342900" indent="-342900" algn="l" rtl="0" eaLnBrk="0" fontAlgn="base" hangingPunct="0">
        <a:spcBef>
          <a:spcPct val="0"/>
        </a:spcBef>
        <a:spcAft>
          <a:spcPts val="1413"/>
        </a:spcAft>
        <a:buChar char="•"/>
        <a:defRPr sz="3200">
          <a:solidFill>
            <a:srgbClr val="000000"/>
          </a:solidFill>
          <a:latin typeface="+mn-lt"/>
          <a:ea typeface="+mn-ea"/>
          <a:cs typeface="+mn-cs"/>
        </a:defRPr>
      </a:lvl1pPr>
      <a:lvl2pPr marL="685800" indent="-228600" algn="l" rtl="0" eaLnBrk="0" fontAlgn="base" hangingPunct="0">
        <a:lnSpc>
          <a:spcPct val="90000"/>
        </a:lnSpc>
        <a:spcBef>
          <a:spcPts val="500"/>
        </a:spcBef>
        <a:spcAft>
          <a:spcPct val="0"/>
        </a:spcAft>
        <a:buSzPct val="100000"/>
        <a:buChar char="•"/>
        <a:defRPr sz="2400">
          <a:solidFill>
            <a:srgbClr val="000000"/>
          </a:solidFill>
          <a:latin typeface="+mn-lt"/>
          <a:ea typeface="+mn-ea"/>
        </a:defRPr>
      </a:lvl2pPr>
      <a:lvl3pPr marL="1143000" indent="-228600" algn="l" rtl="0" eaLnBrk="0" fontAlgn="base" hangingPunct="0">
        <a:lnSpc>
          <a:spcPct val="90000"/>
        </a:lnSpc>
        <a:spcBef>
          <a:spcPts val="500"/>
        </a:spcBef>
        <a:spcAft>
          <a:spcPct val="0"/>
        </a:spcAft>
        <a:buSzPct val="100000"/>
        <a:buChar char="•"/>
        <a:defRPr sz="2000">
          <a:solidFill>
            <a:srgbClr val="000000"/>
          </a:solidFill>
          <a:latin typeface="+mn-lt"/>
          <a:ea typeface="+mn-ea"/>
        </a:defRPr>
      </a:lvl3pPr>
      <a:lvl4pPr marL="1600200" indent="-228600" algn="l" rtl="0" eaLnBrk="0" fontAlgn="base" hangingPunct="0">
        <a:lnSpc>
          <a:spcPct val="90000"/>
        </a:lnSpc>
        <a:spcBef>
          <a:spcPts val="500"/>
        </a:spcBef>
        <a:spcAft>
          <a:spcPct val="0"/>
        </a:spcAft>
        <a:buSzPct val="100000"/>
        <a:buChar char="•"/>
        <a:defRPr sz="2000">
          <a:solidFill>
            <a:srgbClr val="000000"/>
          </a:solidFill>
          <a:latin typeface="+mn-lt"/>
          <a:ea typeface="+mn-ea"/>
        </a:defRPr>
      </a:lvl4pPr>
      <a:lvl5pPr marL="2057400" indent="-228600" algn="l" rtl="0" eaLnBrk="0" fontAlgn="base" hangingPunct="0">
        <a:lnSpc>
          <a:spcPct val="90000"/>
        </a:lnSpc>
        <a:spcBef>
          <a:spcPts val="500"/>
        </a:spcBef>
        <a:spcAft>
          <a:spcPct val="0"/>
        </a:spcAft>
        <a:buSzPct val="100000"/>
        <a:buChar char="•"/>
        <a:defRPr sz="2000">
          <a:solidFill>
            <a:srgbClr val="000000"/>
          </a:solidFill>
          <a:latin typeface="+mn-lt"/>
          <a:ea typeface="+mn-ea"/>
        </a:defRPr>
      </a:lvl5pPr>
      <a:lvl6pPr marL="2514600" indent="-228600" algn="l" rtl="0" eaLnBrk="0" fontAlgn="base" hangingPunct="0">
        <a:lnSpc>
          <a:spcPct val="90000"/>
        </a:lnSpc>
        <a:spcBef>
          <a:spcPts val="500"/>
        </a:spcBef>
        <a:spcAft>
          <a:spcPct val="0"/>
        </a:spcAft>
        <a:buSzPct val="100000"/>
        <a:buChar char="•"/>
        <a:defRPr sz="2000">
          <a:solidFill>
            <a:srgbClr val="000000"/>
          </a:solidFill>
          <a:latin typeface="+mn-lt"/>
          <a:ea typeface="+mn-ea"/>
        </a:defRPr>
      </a:lvl6pPr>
      <a:lvl7pPr marL="2971800" indent="-228600" algn="l" rtl="0" eaLnBrk="0" fontAlgn="base" hangingPunct="0">
        <a:lnSpc>
          <a:spcPct val="90000"/>
        </a:lnSpc>
        <a:spcBef>
          <a:spcPts val="500"/>
        </a:spcBef>
        <a:spcAft>
          <a:spcPct val="0"/>
        </a:spcAft>
        <a:buSzPct val="100000"/>
        <a:buChar char="•"/>
        <a:defRPr sz="2000">
          <a:solidFill>
            <a:srgbClr val="000000"/>
          </a:solidFill>
          <a:latin typeface="+mn-lt"/>
          <a:ea typeface="+mn-ea"/>
        </a:defRPr>
      </a:lvl7pPr>
      <a:lvl8pPr marL="3429000" indent="-228600" algn="l" rtl="0" eaLnBrk="0" fontAlgn="base" hangingPunct="0">
        <a:lnSpc>
          <a:spcPct val="90000"/>
        </a:lnSpc>
        <a:spcBef>
          <a:spcPts val="500"/>
        </a:spcBef>
        <a:spcAft>
          <a:spcPct val="0"/>
        </a:spcAft>
        <a:buSzPct val="100000"/>
        <a:buChar char="•"/>
        <a:defRPr sz="2000">
          <a:solidFill>
            <a:srgbClr val="000000"/>
          </a:solidFill>
          <a:latin typeface="+mn-lt"/>
          <a:ea typeface="+mn-ea"/>
        </a:defRPr>
      </a:lvl8pPr>
      <a:lvl9pPr marL="3886200" indent="-228600" algn="l" rtl="0" eaLnBrk="0" fontAlgn="base" hangingPunct="0">
        <a:lnSpc>
          <a:spcPct val="90000"/>
        </a:lnSpc>
        <a:spcBef>
          <a:spcPts val="500"/>
        </a:spcBef>
        <a:spcAft>
          <a:spcPct val="0"/>
        </a:spcAft>
        <a:buSzPct val="100000"/>
        <a:buChar char="•"/>
        <a:defRPr sz="2000">
          <a:solidFill>
            <a:srgbClr val="000000"/>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2050" name="bk object 16"/>
          <p:cNvSpPr>
            <a:spLocks/>
          </p:cNvSpPr>
          <p:nvPr/>
        </p:nvSpPr>
        <p:spPr bwMode="auto">
          <a:xfrm>
            <a:off x="0" y="0"/>
            <a:ext cx="9144000" cy="68580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14"/>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051" name="Holder 2"/>
          <p:cNvSpPr txBox="1">
            <a:spLocks noGrp="1" noChangeArrowheads="1"/>
          </p:cNvSpPr>
          <p:nvPr>
            <p:ph type="title"/>
          </p:nvPr>
        </p:nvSpPr>
        <p:spPr bwMode="auto">
          <a:xfrm>
            <a:off x="536575" y="396875"/>
            <a:ext cx="807085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1" compatLnSpc="1">
            <a:prstTxWarp prst="textNoShape">
              <a:avLst/>
            </a:prstTxWarp>
          </a:bodyPr>
          <a:lstStyle/>
          <a:p>
            <a:pPr lvl="0"/>
            <a:r>
              <a:rPr lang="en-US" altLang="en-US"/>
              <a:t>Click to edit the title text format</a:t>
            </a:r>
          </a:p>
        </p:txBody>
      </p:sp>
      <p:sp>
        <p:nvSpPr>
          <p:cNvPr id="2052" name="Holder 3"/>
          <p:cNvSpPr txBox="1">
            <a:spLocks noGrp="1" noChangeArrowheads="1"/>
          </p:cNvSpPr>
          <p:nvPr>
            <p:ph type="body" idx="1"/>
          </p:nvPr>
        </p:nvSpPr>
        <p:spPr bwMode="auto">
          <a:xfrm>
            <a:off x="342900" y="1490663"/>
            <a:ext cx="8458200" cy="306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the outline text format</a:t>
            </a:r>
          </a:p>
          <a:p>
            <a:pPr lvl="1"/>
            <a:r>
              <a:rPr lang="en-US" altLang="en-US"/>
              <a:t>Second Outline Level</a:t>
            </a:r>
          </a:p>
          <a:p>
            <a:pPr lvl="2"/>
            <a:r>
              <a:rPr lang="en-US" altLang="en-US"/>
              <a:t>Third Outline Level</a:t>
            </a:r>
          </a:p>
          <a:p>
            <a:pPr lvl="3"/>
            <a:r>
              <a:rPr lang="en-US" altLang="en-US"/>
              <a:t>Fourth Outline Level</a:t>
            </a:r>
          </a:p>
          <a:p>
            <a:pPr lvl="4"/>
            <a:r>
              <a:rPr lang="en-US" altLang="en-US"/>
              <a:t>Fifth Outline Level</a:t>
            </a:r>
          </a:p>
          <a:p>
            <a:pPr lvl="4"/>
            <a:r>
              <a:rPr lang="en-US" altLang="en-US"/>
              <a:t>Sixth Outline Level</a:t>
            </a:r>
          </a:p>
          <a:p>
            <a:pPr lvl="4"/>
            <a:r>
              <a:rPr lang="en-US" altLang="en-US"/>
              <a:t>Seventh Outline Level</a:t>
            </a:r>
          </a:p>
          <a:p>
            <a:pPr lvl="4"/>
            <a:r>
              <a:rPr lang="en-US" altLang="en-US"/>
              <a:t>Eighth Outline Level</a:t>
            </a:r>
          </a:p>
          <a:p>
            <a:pPr lvl="4"/>
            <a:r>
              <a:rPr lang="en-US" altLang="en-US"/>
              <a:t>Ninth Outline Level</a:t>
            </a:r>
          </a:p>
        </p:txBody>
      </p:sp>
      <p:sp>
        <p:nvSpPr>
          <p:cNvPr id="2053" name="Holder 4"/>
          <p:cNvSpPr txBox="1">
            <a:spLocks noGrp="1" noChangeArrowheads="1"/>
          </p:cNvSpPr>
          <p:nvPr>
            <p:ph type="ftr" sz="quarter" idx="3"/>
          </p:nvPr>
        </p:nvSpPr>
        <p:spPr bwMode="auto">
          <a:xfrm>
            <a:off x="3108325" y="6378575"/>
            <a:ext cx="2925763"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eaLnBrk="1">
              <a:defRPr sz="2400">
                <a:solidFill>
                  <a:srgbClr val="000000"/>
                </a:solidFill>
                <a:latin typeface="+mn-lt"/>
                <a:ea typeface="Arial Unicode MS" pitchFamily="34" charset="-128"/>
                <a:cs typeface="Arial Unicode MS" pitchFamily="34" charset="-128"/>
              </a:defRPr>
            </a:lvl1pPr>
          </a:lstStyle>
          <a:p>
            <a:pPr>
              <a:defRPr/>
            </a:pPr>
            <a:endParaRPr lang="en-US" altLang="en-US"/>
          </a:p>
        </p:txBody>
      </p:sp>
      <p:sp>
        <p:nvSpPr>
          <p:cNvPr id="2054" name="Holder 5"/>
          <p:cNvSpPr txBox="1">
            <a:spLocks noGrp="1" noChangeArrowheads="1"/>
          </p:cNvSpPr>
          <p:nvPr>
            <p:ph type="dt" sz="half" idx="2"/>
          </p:nvPr>
        </p:nvSpPr>
        <p:spPr bwMode="auto">
          <a:xfrm>
            <a:off x="457200" y="6378575"/>
            <a:ext cx="2103438"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eaLnBrk="1">
              <a:defRPr>
                <a:solidFill>
                  <a:srgbClr val="8B8B8B"/>
                </a:solidFill>
                <a:ea typeface="Arial Unicode MS" pitchFamily="34" charset="-128"/>
                <a:cs typeface="Arial Unicode MS" pitchFamily="34" charset="-128"/>
              </a:defRPr>
            </a:lvl1pPr>
          </a:lstStyle>
          <a:p>
            <a:pPr>
              <a:defRPr/>
            </a:pPr>
            <a:fld id="{0BAF1658-3439-4F7F-B621-CB94387D049C}" type="datetime1">
              <a:rPr lang="en-US" altLang="en-US"/>
              <a:pPr>
                <a:defRPr/>
              </a:pPr>
              <a:t>2/19/2026</a:t>
            </a:fld>
            <a:endParaRPr lang="en-US" altLang="en-US"/>
          </a:p>
        </p:txBody>
      </p:sp>
      <p:sp>
        <p:nvSpPr>
          <p:cNvPr id="2055" name="Holder 6"/>
          <p:cNvSpPr txBox="1">
            <a:spLocks noGrp="1" noChangeArrowheads="1"/>
          </p:cNvSpPr>
          <p:nvPr>
            <p:ph type="sldNum" sz="quarter" idx="4"/>
          </p:nvPr>
        </p:nvSpPr>
        <p:spPr bwMode="auto">
          <a:xfrm>
            <a:off x="100013" y="6607175"/>
            <a:ext cx="17938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r" eaLnBrk="1">
              <a:defRPr sz="1000">
                <a:solidFill>
                  <a:srgbClr val="FFFFFF"/>
                </a:solidFill>
                <a:latin typeface="+mn-lt"/>
                <a:ea typeface="Arial Unicode MS" pitchFamily="34" charset="-128"/>
                <a:cs typeface="Arial Unicode MS" pitchFamily="34" charset="-128"/>
              </a:defRPr>
            </a:lvl1pPr>
          </a:lstStyle>
          <a:p>
            <a:pPr>
              <a:defRPr/>
            </a:pPr>
            <a:fld id="{796212F0-F424-4350-9656-96476B52FFDC}"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Lst>
  <p:transition spd="slow"/>
  <p:txStyles>
    <p:titleStyle>
      <a:lvl1pPr algn="ctr" rtl="0" eaLnBrk="0" fontAlgn="base" hangingPunct="0">
        <a:spcBef>
          <a:spcPct val="0"/>
        </a:spcBef>
        <a:spcAft>
          <a:spcPct val="0"/>
        </a:spcAft>
        <a:defRPr sz="4000" b="1">
          <a:solidFill>
            <a:srgbClr val="FFFFFF"/>
          </a:solidFill>
          <a:latin typeface="+mj-lt"/>
          <a:ea typeface="+mj-ea"/>
          <a:cs typeface="+mj-cs"/>
        </a:defRPr>
      </a:lvl1pPr>
      <a:lvl2pPr algn="ctr" rtl="0" eaLnBrk="0" fontAlgn="base" hangingPunct="0">
        <a:spcBef>
          <a:spcPct val="0"/>
        </a:spcBef>
        <a:spcAft>
          <a:spcPct val="0"/>
        </a:spcAft>
        <a:defRPr sz="4000" b="1">
          <a:solidFill>
            <a:srgbClr val="FFFFFF"/>
          </a:solidFill>
          <a:latin typeface="Tahoma" pitchFamily="34" charset="0"/>
          <a:ea typeface="Microsoft YaHei" pitchFamily="34" charset="-122"/>
        </a:defRPr>
      </a:lvl2pPr>
      <a:lvl3pPr algn="ctr" rtl="0" eaLnBrk="0" fontAlgn="base" hangingPunct="0">
        <a:spcBef>
          <a:spcPct val="0"/>
        </a:spcBef>
        <a:spcAft>
          <a:spcPct val="0"/>
        </a:spcAft>
        <a:defRPr sz="4000" b="1">
          <a:solidFill>
            <a:srgbClr val="FFFFFF"/>
          </a:solidFill>
          <a:latin typeface="Tahoma" pitchFamily="34" charset="0"/>
          <a:ea typeface="Microsoft YaHei" pitchFamily="34" charset="-122"/>
        </a:defRPr>
      </a:lvl3pPr>
      <a:lvl4pPr algn="ctr" rtl="0" eaLnBrk="0" fontAlgn="base" hangingPunct="0">
        <a:spcBef>
          <a:spcPct val="0"/>
        </a:spcBef>
        <a:spcAft>
          <a:spcPct val="0"/>
        </a:spcAft>
        <a:defRPr sz="4000" b="1">
          <a:solidFill>
            <a:srgbClr val="FFFFFF"/>
          </a:solidFill>
          <a:latin typeface="Tahoma" pitchFamily="34" charset="0"/>
          <a:ea typeface="Microsoft YaHei" pitchFamily="34" charset="-122"/>
        </a:defRPr>
      </a:lvl4pPr>
      <a:lvl5pPr algn="ctr" rtl="0" eaLnBrk="0" fontAlgn="base" hangingPunct="0">
        <a:spcBef>
          <a:spcPct val="0"/>
        </a:spcBef>
        <a:spcAft>
          <a:spcPct val="0"/>
        </a:spcAft>
        <a:defRPr sz="4000" b="1">
          <a:solidFill>
            <a:srgbClr val="FFFFFF"/>
          </a:solidFill>
          <a:latin typeface="Tahoma" pitchFamily="34" charset="0"/>
          <a:ea typeface="Microsoft YaHei" pitchFamily="34" charset="-122"/>
        </a:defRPr>
      </a:lvl5pPr>
      <a:lvl6pPr marL="457200" algn="ctr" rtl="0" eaLnBrk="0" fontAlgn="base" hangingPunct="0">
        <a:spcBef>
          <a:spcPct val="0"/>
        </a:spcBef>
        <a:spcAft>
          <a:spcPct val="0"/>
        </a:spcAft>
        <a:defRPr sz="4000" b="1">
          <a:solidFill>
            <a:srgbClr val="FFFFFF"/>
          </a:solidFill>
          <a:latin typeface="Tahoma" pitchFamily="34" charset="0"/>
          <a:ea typeface="Microsoft YaHei" pitchFamily="34" charset="-122"/>
        </a:defRPr>
      </a:lvl6pPr>
      <a:lvl7pPr marL="914400" algn="ctr" rtl="0" eaLnBrk="0" fontAlgn="base" hangingPunct="0">
        <a:spcBef>
          <a:spcPct val="0"/>
        </a:spcBef>
        <a:spcAft>
          <a:spcPct val="0"/>
        </a:spcAft>
        <a:defRPr sz="4000" b="1">
          <a:solidFill>
            <a:srgbClr val="FFFFFF"/>
          </a:solidFill>
          <a:latin typeface="Tahoma" pitchFamily="34" charset="0"/>
          <a:ea typeface="Microsoft YaHei" pitchFamily="34" charset="-122"/>
        </a:defRPr>
      </a:lvl7pPr>
      <a:lvl8pPr marL="1371600" algn="ctr" rtl="0" eaLnBrk="0" fontAlgn="base" hangingPunct="0">
        <a:spcBef>
          <a:spcPct val="0"/>
        </a:spcBef>
        <a:spcAft>
          <a:spcPct val="0"/>
        </a:spcAft>
        <a:defRPr sz="4000" b="1">
          <a:solidFill>
            <a:srgbClr val="FFFFFF"/>
          </a:solidFill>
          <a:latin typeface="Tahoma" pitchFamily="34" charset="0"/>
          <a:ea typeface="Microsoft YaHei" pitchFamily="34" charset="-122"/>
        </a:defRPr>
      </a:lvl8pPr>
      <a:lvl9pPr marL="1828800" algn="ctr" rtl="0" eaLnBrk="0" fontAlgn="base" hangingPunct="0">
        <a:spcBef>
          <a:spcPct val="0"/>
        </a:spcBef>
        <a:spcAft>
          <a:spcPct val="0"/>
        </a:spcAft>
        <a:defRPr sz="4000" b="1">
          <a:solidFill>
            <a:srgbClr val="FFFFFF"/>
          </a:solidFill>
          <a:latin typeface="Tahoma" pitchFamily="34" charset="0"/>
          <a:ea typeface="Microsoft YaHei" pitchFamily="34" charset="-122"/>
        </a:defRPr>
      </a:lvl9pPr>
    </p:titleStyle>
    <p:bodyStyle>
      <a:lvl1pPr marL="342900" indent="-342900" algn="l" rtl="0" eaLnBrk="0" fontAlgn="base" hangingPunct="0">
        <a:spcBef>
          <a:spcPct val="0"/>
        </a:spcBef>
        <a:spcAft>
          <a:spcPts val="1413"/>
        </a:spcAft>
        <a:buChar char="•"/>
        <a:defRPr sz="2400">
          <a:solidFill>
            <a:srgbClr val="000000"/>
          </a:solidFill>
          <a:latin typeface="+mn-lt"/>
          <a:ea typeface="+mn-ea"/>
          <a:cs typeface="+mn-cs"/>
        </a:defRPr>
      </a:lvl1pPr>
      <a:lvl2pPr marL="742950" indent="-285750" algn="l" rtl="0" eaLnBrk="0" fontAlgn="base" hangingPunct="0">
        <a:spcBef>
          <a:spcPct val="0"/>
        </a:spcBef>
        <a:spcAft>
          <a:spcPts val="1413"/>
        </a:spcAft>
        <a:buSzPct val="75000"/>
        <a:buFont typeface="StarSymbol"/>
        <a:buChar char="–"/>
        <a:defRPr sz="2400">
          <a:solidFill>
            <a:srgbClr val="000000"/>
          </a:solidFill>
          <a:latin typeface="+mn-lt"/>
          <a:ea typeface="+mn-ea"/>
        </a:defRPr>
      </a:lvl2pPr>
      <a:lvl3pPr marL="1143000" indent="-228600" algn="l" rtl="0" eaLnBrk="0" fontAlgn="base" hangingPunct="0">
        <a:spcBef>
          <a:spcPct val="0"/>
        </a:spcBef>
        <a:spcAft>
          <a:spcPts val="1413"/>
        </a:spcAft>
        <a:buSzPct val="75000"/>
        <a:buFont typeface="StarSymbol"/>
        <a:buChar char="●"/>
        <a:defRPr sz="2400">
          <a:solidFill>
            <a:srgbClr val="000000"/>
          </a:solidFill>
          <a:latin typeface="+mn-lt"/>
          <a:ea typeface="+mn-ea"/>
        </a:defRPr>
      </a:lvl3pPr>
      <a:lvl4pPr marL="1600200" indent="-228600" algn="l" rtl="0" eaLnBrk="0" fontAlgn="base" hangingPunct="0">
        <a:spcBef>
          <a:spcPct val="0"/>
        </a:spcBef>
        <a:spcAft>
          <a:spcPts val="1413"/>
        </a:spcAft>
        <a:buSzPct val="75000"/>
        <a:buFont typeface="StarSymbol"/>
        <a:buChar char="–"/>
        <a:defRPr sz="2400">
          <a:solidFill>
            <a:srgbClr val="000000"/>
          </a:solidFill>
          <a:latin typeface="+mn-lt"/>
          <a:ea typeface="+mn-ea"/>
        </a:defRPr>
      </a:lvl4pPr>
      <a:lvl5pPr marL="2057400" indent="-228600" algn="l" rtl="0" eaLnBrk="0" fontAlgn="base" hangingPunct="0">
        <a:spcBef>
          <a:spcPct val="0"/>
        </a:spcBef>
        <a:spcAft>
          <a:spcPts val="1413"/>
        </a:spcAft>
        <a:buSzPct val="75000"/>
        <a:buFont typeface="StarSymbol"/>
        <a:buChar char="●"/>
        <a:defRPr sz="2400">
          <a:solidFill>
            <a:srgbClr val="000000"/>
          </a:solidFill>
          <a:latin typeface="+mn-lt"/>
          <a:ea typeface="+mn-ea"/>
        </a:defRPr>
      </a:lvl5pPr>
      <a:lvl6pPr marL="2514600" indent="-228600" algn="l" rtl="0" eaLnBrk="0" fontAlgn="base" hangingPunct="0">
        <a:spcBef>
          <a:spcPct val="0"/>
        </a:spcBef>
        <a:spcAft>
          <a:spcPts val="1413"/>
        </a:spcAft>
        <a:buSzPct val="75000"/>
        <a:buFont typeface="StarSymbol"/>
        <a:buChar char="●"/>
        <a:defRPr sz="2400">
          <a:solidFill>
            <a:srgbClr val="000000"/>
          </a:solidFill>
          <a:latin typeface="+mn-lt"/>
          <a:ea typeface="+mn-ea"/>
        </a:defRPr>
      </a:lvl6pPr>
      <a:lvl7pPr marL="2971800" indent="-228600" algn="l" rtl="0" eaLnBrk="0" fontAlgn="base" hangingPunct="0">
        <a:spcBef>
          <a:spcPct val="0"/>
        </a:spcBef>
        <a:spcAft>
          <a:spcPts val="1413"/>
        </a:spcAft>
        <a:buSzPct val="75000"/>
        <a:buFont typeface="StarSymbol"/>
        <a:buChar char="●"/>
        <a:defRPr sz="2400">
          <a:solidFill>
            <a:srgbClr val="000000"/>
          </a:solidFill>
          <a:latin typeface="+mn-lt"/>
          <a:ea typeface="+mn-ea"/>
        </a:defRPr>
      </a:lvl7pPr>
      <a:lvl8pPr marL="3429000" indent="-228600" algn="l" rtl="0" eaLnBrk="0" fontAlgn="base" hangingPunct="0">
        <a:spcBef>
          <a:spcPct val="0"/>
        </a:spcBef>
        <a:spcAft>
          <a:spcPts val="1413"/>
        </a:spcAft>
        <a:buSzPct val="75000"/>
        <a:buFont typeface="StarSymbol"/>
        <a:buChar char="●"/>
        <a:defRPr sz="2400">
          <a:solidFill>
            <a:srgbClr val="000000"/>
          </a:solidFill>
          <a:latin typeface="+mn-lt"/>
          <a:ea typeface="+mn-ea"/>
        </a:defRPr>
      </a:lvl8pPr>
      <a:lvl9pPr marL="3886200" indent="-228600" algn="l" rtl="0" eaLnBrk="0" fontAlgn="base" hangingPunct="0">
        <a:spcBef>
          <a:spcPct val="0"/>
        </a:spcBef>
        <a:spcAft>
          <a:spcPts val="1413"/>
        </a:spcAft>
        <a:buSzPct val="75000"/>
        <a:buFont typeface="StarSymbol"/>
        <a:buChar char="●"/>
        <a:defRPr sz="2400">
          <a:solidFill>
            <a:srgbClr val="000000"/>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Subtitle 3"/>
          <p:cNvSpPr txBox="1">
            <a:spLocks noGrp="1" noChangeArrowheads="1"/>
          </p:cNvSpPr>
          <p:nvPr>
            <p:ph type="subTitle" idx="4294967295"/>
          </p:nvPr>
        </p:nvSpPr>
        <p:spPr>
          <a:xfrm>
            <a:off x="1862138" y="2098675"/>
            <a:ext cx="5545137" cy="2663825"/>
          </a:xfrm>
        </p:spPr>
        <p:txBody>
          <a:bodyPr anchorCtr="1"/>
          <a:lstStyle/>
          <a:p>
            <a:pPr marL="0" indent="0" algn="just">
              <a:buFontTx/>
              <a:buNone/>
            </a:pPr>
            <a:r>
              <a:rPr lang="en-US" altLang="en-US" sz="2000">
                <a:latin typeface="Tahoma" pitchFamily="34" charset="0"/>
                <a:cs typeface="Tahoma" pitchFamily="34" charset="0"/>
              </a:rPr>
              <a:t>Investment Portfolio</a:t>
            </a:r>
          </a:p>
          <a:p>
            <a:pPr marL="0" indent="0" algn="just">
              <a:buFontTx/>
              <a:buNone/>
            </a:pPr>
            <a:r>
              <a:rPr lang="en-US" altLang="en-US" sz="2000">
                <a:latin typeface="Tahoma" pitchFamily="34" charset="0"/>
                <a:cs typeface="Tahoma" pitchFamily="34" charset="0"/>
              </a:rPr>
              <a:t>Simon Guindon 40058301</a:t>
            </a:r>
          </a:p>
          <a:p>
            <a:pPr marL="0" indent="0" algn="ctr"/>
            <a:endParaRPr lang="en-US" altLang="en-US" sz="2400">
              <a:latin typeface="Tahoma" pitchFamily="34" charset="0"/>
              <a:cs typeface="Tahoma" pitchFamily="34" charset="0"/>
            </a:endParaRPr>
          </a:p>
        </p:txBody>
      </p:sp>
      <p:sp>
        <p:nvSpPr>
          <p:cNvPr id="3075" name="object 7"/>
          <p:cNvSpPr>
            <a:spLocks noChangeArrowheads="1"/>
          </p:cNvSpPr>
          <p:nvPr/>
        </p:nvSpPr>
        <p:spPr bwMode="auto">
          <a:xfrm>
            <a:off x="3486150" y="5641975"/>
            <a:ext cx="2297113" cy="307975"/>
          </a:xfrm>
          <a:custGeom>
            <a:avLst/>
            <a:gdLst>
              <a:gd name="T0" fmla="*/ 2147483647 w 21600"/>
              <a:gd name="T1" fmla="*/ 0 h 21600"/>
              <a:gd name="T2" fmla="*/ 2147483647 w 21600"/>
              <a:gd name="T3" fmla="*/ 2147483647 h 21600"/>
              <a:gd name="T4" fmla="*/ 2147483647 w 21600"/>
              <a:gd name="T5" fmla="*/ 2147483647 h 21600"/>
              <a:gd name="T6" fmla="*/ 0 w 21600"/>
              <a:gd name="T7" fmla="*/ 2147483647 h 21600"/>
              <a:gd name="T8" fmla="*/ 17694720 60000 65536"/>
              <a:gd name="T9" fmla="*/ 0 60000 65536"/>
              <a:gd name="T10" fmla="*/ 5898240 60000 65536"/>
              <a:gd name="T11" fmla="*/ 1179648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1113">
              <a:spcAft>
                <a:spcPts val="1413"/>
              </a:spcAft>
              <a:buChar char="•"/>
              <a:defRPr sz="3200">
                <a:solidFill>
                  <a:srgbClr val="000000"/>
                </a:solidFill>
                <a:latin typeface="Calibri" pitchFamily="34" charset="0"/>
                <a:ea typeface="Microsoft YaHei" pitchFamily="34" charset="-122"/>
              </a:defRPr>
            </a:lvl1pPr>
            <a:lvl2pPr marL="742950" indent="-285750">
              <a:lnSpc>
                <a:spcPct val="90000"/>
              </a:lnSpc>
              <a:spcBef>
                <a:spcPts val="500"/>
              </a:spcBef>
              <a:buSzPct val="100000"/>
              <a:buChar char="•"/>
              <a:defRPr sz="2400">
                <a:solidFill>
                  <a:srgbClr val="000000"/>
                </a:solidFill>
                <a:latin typeface="Calibri" pitchFamily="34" charset="0"/>
                <a:ea typeface="Microsoft YaHei" pitchFamily="34" charset="-122"/>
              </a:defRPr>
            </a:lvl2pPr>
            <a:lvl3pPr marL="1143000" indent="-228600">
              <a:lnSpc>
                <a:spcPct val="90000"/>
              </a:lnSpc>
              <a:spcBef>
                <a:spcPts val="500"/>
              </a:spcBef>
              <a:buSzPct val="100000"/>
              <a:buChar char="•"/>
              <a:defRPr sz="2000">
                <a:solidFill>
                  <a:srgbClr val="000000"/>
                </a:solidFill>
                <a:latin typeface="Calibri" pitchFamily="34" charset="0"/>
                <a:ea typeface="Microsoft YaHei" pitchFamily="34" charset="-122"/>
              </a:defRPr>
            </a:lvl3pPr>
            <a:lvl4pPr marL="1600200" indent="-228600">
              <a:lnSpc>
                <a:spcPct val="90000"/>
              </a:lnSpc>
              <a:spcBef>
                <a:spcPts val="500"/>
              </a:spcBef>
              <a:buSzPct val="100000"/>
              <a:buChar char="•"/>
              <a:defRPr sz="2000">
                <a:solidFill>
                  <a:srgbClr val="000000"/>
                </a:solidFill>
                <a:latin typeface="Calibri" pitchFamily="34" charset="0"/>
                <a:ea typeface="Microsoft YaHei" pitchFamily="34" charset="-122"/>
              </a:defRPr>
            </a:lvl4pPr>
            <a:lvl5pPr marL="2057400" indent="-228600">
              <a:lnSpc>
                <a:spcPct val="90000"/>
              </a:lnSpc>
              <a:spcBef>
                <a:spcPts val="500"/>
              </a:spcBef>
              <a:buSzPct val="100000"/>
              <a:buChar char="•"/>
              <a:defRPr sz="2000">
                <a:solidFill>
                  <a:srgbClr val="000000"/>
                </a:solidFill>
                <a:latin typeface="Calibri" pitchFamily="34" charset="0"/>
                <a:ea typeface="Microsoft YaHei" pitchFamily="34" charset="-122"/>
              </a:defRPr>
            </a:lvl5pPr>
            <a:lvl6pPr marL="2514600" indent="-228600" eaLnBrk="0" fontAlgn="base" hangingPunct="0">
              <a:lnSpc>
                <a:spcPct val="90000"/>
              </a:lnSpc>
              <a:spcBef>
                <a:spcPts val="500"/>
              </a:spcBef>
              <a:spcAft>
                <a:spcPct val="0"/>
              </a:spcAft>
              <a:buSzPct val="100000"/>
              <a:buChar char="•"/>
              <a:defRPr sz="2000">
                <a:solidFill>
                  <a:srgbClr val="000000"/>
                </a:solidFill>
                <a:latin typeface="Calibri" pitchFamily="34" charset="0"/>
                <a:ea typeface="Microsoft YaHei" pitchFamily="34" charset="-122"/>
              </a:defRPr>
            </a:lvl6pPr>
            <a:lvl7pPr marL="2971800" indent="-228600" eaLnBrk="0" fontAlgn="base" hangingPunct="0">
              <a:lnSpc>
                <a:spcPct val="90000"/>
              </a:lnSpc>
              <a:spcBef>
                <a:spcPts val="500"/>
              </a:spcBef>
              <a:spcAft>
                <a:spcPct val="0"/>
              </a:spcAft>
              <a:buSzPct val="100000"/>
              <a:buChar char="•"/>
              <a:defRPr sz="2000">
                <a:solidFill>
                  <a:srgbClr val="000000"/>
                </a:solidFill>
                <a:latin typeface="Calibri" pitchFamily="34" charset="0"/>
                <a:ea typeface="Microsoft YaHei" pitchFamily="34" charset="-122"/>
              </a:defRPr>
            </a:lvl7pPr>
            <a:lvl8pPr marL="3429000" indent="-228600" eaLnBrk="0" fontAlgn="base" hangingPunct="0">
              <a:lnSpc>
                <a:spcPct val="90000"/>
              </a:lnSpc>
              <a:spcBef>
                <a:spcPts val="500"/>
              </a:spcBef>
              <a:spcAft>
                <a:spcPct val="0"/>
              </a:spcAft>
              <a:buSzPct val="100000"/>
              <a:buChar char="•"/>
              <a:defRPr sz="2000">
                <a:solidFill>
                  <a:srgbClr val="000000"/>
                </a:solidFill>
                <a:latin typeface="Calibri" pitchFamily="34" charset="0"/>
                <a:ea typeface="Microsoft YaHei" pitchFamily="34" charset="-122"/>
              </a:defRPr>
            </a:lvl8pPr>
            <a:lvl9pPr marL="3886200" indent="-228600" eaLnBrk="0" fontAlgn="base" hangingPunct="0">
              <a:lnSpc>
                <a:spcPct val="90000"/>
              </a:lnSpc>
              <a:spcBef>
                <a:spcPts val="500"/>
              </a:spcBef>
              <a:spcAft>
                <a:spcPct val="0"/>
              </a:spcAft>
              <a:buSzPct val="100000"/>
              <a:buChar char="•"/>
              <a:defRPr sz="2000">
                <a:solidFill>
                  <a:srgbClr val="000000"/>
                </a:solidFill>
                <a:latin typeface="Calibri" pitchFamily="34" charset="0"/>
                <a:ea typeface="Microsoft YaHei" pitchFamily="34" charset="-122"/>
              </a:defRPr>
            </a:lvl9pPr>
          </a:lstStyle>
          <a:p>
            <a:pPr algn="ctr" eaLnBrk="1">
              <a:spcAft>
                <a:spcPct val="0"/>
              </a:spcAft>
              <a:buFontTx/>
              <a:buNone/>
            </a:pPr>
            <a:r>
              <a:rPr lang="en-US" altLang="en-US" sz="2000">
                <a:solidFill>
                  <a:schemeClr val="tx1"/>
                </a:solidFill>
                <a:latin typeface="Tahoma" pitchFamily="34" charset="0"/>
              </a:rPr>
              <a:t>Feb-20-2026</a:t>
            </a:r>
          </a:p>
        </p:txBody>
      </p:sp>
      <p:sp>
        <p:nvSpPr>
          <p:cNvPr id="3076" name="object 5"/>
          <p:cNvSpPr>
            <a:spLocks/>
          </p:cNvSpPr>
          <p:nvPr/>
        </p:nvSpPr>
        <p:spPr bwMode="auto">
          <a:xfrm>
            <a:off x="303213" y="104775"/>
            <a:ext cx="8662987" cy="8128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3077" name="object 7"/>
          <p:cNvSpPr txBox="1">
            <a:spLocks noChangeArrowheads="1"/>
          </p:cNvSpPr>
          <p:nvPr/>
        </p:nvSpPr>
        <p:spPr bwMode="auto">
          <a:xfrm>
            <a:off x="588963" y="238125"/>
            <a:ext cx="809148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1">
            <a:spAutoFit/>
          </a:bodyPr>
          <a:lstStyle>
            <a:lvl1pPr marL="11113">
              <a:spcAft>
                <a:spcPts val="1413"/>
              </a:spcAft>
              <a:buChar char="•"/>
              <a:defRPr sz="3200">
                <a:solidFill>
                  <a:srgbClr val="000000"/>
                </a:solidFill>
                <a:latin typeface="Calibri" pitchFamily="34" charset="0"/>
                <a:ea typeface="Microsoft YaHei" pitchFamily="34" charset="-122"/>
              </a:defRPr>
            </a:lvl1pPr>
            <a:lvl2pPr marL="685800" indent="-228600">
              <a:lnSpc>
                <a:spcPct val="90000"/>
              </a:lnSpc>
              <a:spcBef>
                <a:spcPts val="500"/>
              </a:spcBef>
              <a:buSzPct val="100000"/>
              <a:buChar char="•"/>
              <a:defRPr sz="2400">
                <a:solidFill>
                  <a:srgbClr val="000000"/>
                </a:solidFill>
                <a:latin typeface="Calibri" pitchFamily="34" charset="0"/>
                <a:ea typeface="Microsoft YaHei" pitchFamily="34" charset="-122"/>
              </a:defRPr>
            </a:lvl2pPr>
            <a:lvl3pPr marL="1143000" indent="-228600">
              <a:lnSpc>
                <a:spcPct val="90000"/>
              </a:lnSpc>
              <a:spcBef>
                <a:spcPts val="500"/>
              </a:spcBef>
              <a:buSzPct val="100000"/>
              <a:buChar char="•"/>
              <a:defRPr sz="2000">
                <a:solidFill>
                  <a:srgbClr val="000000"/>
                </a:solidFill>
                <a:latin typeface="Calibri" pitchFamily="34" charset="0"/>
                <a:ea typeface="Microsoft YaHei" pitchFamily="34" charset="-122"/>
              </a:defRPr>
            </a:lvl3pPr>
            <a:lvl4pPr marL="1600200" indent="-228600">
              <a:lnSpc>
                <a:spcPct val="90000"/>
              </a:lnSpc>
              <a:spcBef>
                <a:spcPts val="500"/>
              </a:spcBef>
              <a:buSzPct val="100000"/>
              <a:buChar char="•"/>
              <a:defRPr sz="2000">
                <a:solidFill>
                  <a:srgbClr val="000000"/>
                </a:solidFill>
                <a:latin typeface="Calibri" pitchFamily="34" charset="0"/>
                <a:ea typeface="Microsoft YaHei" pitchFamily="34" charset="-122"/>
              </a:defRPr>
            </a:lvl4pPr>
            <a:lvl5pPr marL="2057400" indent="-228600">
              <a:lnSpc>
                <a:spcPct val="90000"/>
              </a:lnSpc>
              <a:spcBef>
                <a:spcPts val="500"/>
              </a:spcBef>
              <a:buSzPct val="100000"/>
              <a:buChar char="•"/>
              <a:defRPr sz="2000">
                <a:solidFill>
                  <a:srgbClr val="000000"/>
                </a:solidFill>
                <a:latin typeface="Calibri" pitchFamily="34" charset="0"/>
                <a:ea typeface="Microsoft YaHei" pitchFamily="34" charset="-122"/>
              </a:defRPr>
            </a:lvl5pPr>
            <a:lvl6pPr marL="2514600" indent="-228600" eaLnBrk="0" fontAlgn="base" hangingPunct="0">
              <a:lnSpc>
                <a:spcPct val="90000"/>
              </a:lnSpc>
              <a:spcBef>
                <a:spcPts val="500"/>
              </a:spcBef>
              <a:spcAft>
                <a:spcPct val="0"/>
              </a:spcAft>
              <a:buSzPct val="100000"/>
              <a:buChar char="•"/>
              <a:defRPr sz="2000">
                <a:solidFill>
                  <a:srgbClr val="000000"/>
                </a:solidFill>
                <a:latin typeface="Calibri" pitchFamily="34" charset="0"/>
                <a:ea typeface="Microsoft YaHei" pitchFamily="34" charset="-122"/>
              </a:defRPr>
            </a:lvl6pPr>
            <a:lvl7pPr marL="2971800" indent="-228600" eaLnBrk="0" fontAlgn="base" hangingPunct="0">
              <a:lnSpc>
                <a:spcPct val="90000"/>
              </a:lnSpc>
              <a:spcBef>
                <a:spcPts val="500"/>
              </a:spcBef>
              <a:spcAft>
                <a:spcPct val="0"/>
              </a:spcAft>
              <a:buSzPct val="100000"/>
              <a:buChar char="•"/>
              <a:defRPr sz="2000">
                <a:solidFill>
                  <a:srgbClr val="000000"/>
                </a:solidFill>
                <a:latin typeface="Calibri" pitchFamily="34" charset="0"/>
                <a:ea typeface="Microsoft YaHei" pitchFamily="34" charset="-122"/>
              </a:defRPr>
            </a:lvl7pPr>
            <a:lvl8pPr marL="3429000" indent="-228600" eaLnBrk="0" fontAlgn="base" hangingPunct="0">
              <a:lnSpc>
                <a:spcPct val="90000"/>
              </a:lnSpc>
              <a:spcBef>
                <a:spcPts val="500"/>
              </a:spcBef>
              <a:spcAft>
                <a:spcPct val="0"/>
              </a:spcAft>
              <a:buSzPct val="100000"/>
              <a:buChar char="•"/>
              <a:defRPr sz="2000">
                <a:solidFill>
                  <a:srgbClr val="000000"/>
                </a:solidFill>
                <a:latin typeface="Calibri" pitchFamily="34" charset="0"/>
                <a:ea typeface="Microsoft YaHei" pitchFamily="34" charset="-122"/>
              </a:defRPr>
            </a:lvl8pPr>
            <a:lvl9pPr marL="3886200" indent="-228600" eaLnBrk="0" fontAlgn="base" hangingPunct="0">
              <a:lnSpc>
                <a:spcPct val="90000"/>
              </a:lnSpc>
              <a:spcBef>
                <a:spcPts val="500"/>
              </a:spcBef>
              <a:spcAft>
                <a:spcPct val="0"/>
              </a:spcAft>
              <a:buSzPct val="100000"/>
              <a:buChar char="•"/>
              <a:defRPr sz="2000">
                <a:solidFill>
                  <a:srgbClr val="000000"/>
                </a:solidFill>
                <a:latin typeface="Calibri" pitchFamily="34" charset="0"/>
                <a:ea typeface="Microsoft YaHei" pitchFamily="34" charset="-122"/>
              </a:defRPr>
            </a:lvl9pPr>
          </a:lstStyle>
          <a:p>
            <a:pPr algn="ctr" eaLnBrk="1">
              <a:spcAft>
                <a:spcPct val="0"/>
              </a:spcAft>
              <a:buFontTx/>
              <a:buNone/>
            </a:pPr>
            <a:r>
              <a:rPr lang="en-US" altLang="en-US">
                <a:solidFill>
                  <a:srgbClr val="FFFFFF"/>
                </a:solidFill>
                <a:latin typeface="Tahoma" pitchFamily="34" charset="0"/>
                <a:cs typeface="Tahoma" pitchFamily="34" charset="0"/>
              </a:rPr>
              <a:t>Project Deliverable 1 - Expert System</a:t>
            </a: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object 5"/>
          <p:cNvSpPr>
            <a:spLocks/>
          </p:cNvSpPr>
          <p:nvPr/>
        </p:nvSpPr>
        <p:spPr bwMode="auto">
          <a:xfrm>
            <a:off x="303213" y="104775"/>
            <a:ext cx="8662987" cy="8128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5" name="TextBox 6"/>
          <p:cNvSpPr txBox="1">
            <a:spLocks noChangeArrowheads="1"/>
          </p:cNvSpPr>
          <p:nvPr/>
        </p:nvSpPr>
        <p:spPr bwMode="auto">
          <a:xfrm>
            <a:off x="303213" y="1336675"/>
            <a:ext cx="8662987" cy="5251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4" tIns="44997" rIns="90004" bIns="44997">
            <a:spAutoFit/>
          </a:bodyPr>
          <a:lstStyle>
            <a:lvl1pPr>
              <a:spcAft>
                <a:spcPts val="1413"/>
              </a:spcAft>
              <a:buChar char="•"/>
              <a:defRPr sz="2400">
                <a:solidFill>
                  <a:srgbClr val="000000"/>
                </a:solidFill>
                <a:latin typeface="Times New Roman" pitchFamily="18" charset="0"/>
                <a:ea typeface="Microsoft YaHei" pitchFamily="34" charset="-122"/>
              </a:defRPr>
            </a:lvl1pPr>
            <a:lvl2pPr marL="742950" indent="-28575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buNone/>
            </a:pPr>
            <a:r>
              <a:rPr lang="en-CA"/>
              <a:t>For this expert system assignment, I opted to work on </a:t>
            </a:r>
            <a:r>
              <a:rPr lang="en-CA" b="1" u="sng"/>
              <a:t>a investment portfolio service</a:t>
            </a:r>
            <a:r>
              <a:rPr lang="en-CA"/>
              <a:t> that will recommend users a blend of investment for their given </a:t>
            </a:r>
            <a:r>
              <a:rPr lang="en-CA" b="1" u="sng"/>
              <a:t>risk tolerance</a:t>
            </a:r>
            <a:r>
              <a:rPr lang="en-CA"/>
              <a:t>, </a:t>
            </a:r>
            <a:r>
              <a:rPr lang="en-CA" b="1" u="sng"/>
              <a:t>age</a:t>
            </a:r>
            <a:r>
              <a:rPr lang="en-CA"/>
              <a:t>, </a:t>
            </a:r>
            <a:r>
              <a:rPr lang="en-CA" b="1" u="sng"/>
              <a:t>time horizon</a:t>
            </a:r>
            <a:r>
              <a:rPr lang="en-CA"/>
              <a:t> and </a:t>
            </a:r>
            <a:r>
              <a:rPr lang="en-CA" b="1" u="sng"/>
              <a:t>available funds</a:t>
            </a:r>
            <a:r>
              <a:rPr lang="en-CA"/>
              <a:t>.</a:t>
            </a:r>
            <a:endParaRPr lang="fr-CA"/>
          </a:p>
          <a:p>
            <a:pPr>
              <a:buNone/>
            </a:pPr>
            <a:r>
              <a:rPr lang="en-CA"/>
              <a:t>My motivation for selecting this topic is my strong interest in financial market and investments in equities. To make sure that the information given by my expert system is reliable and accurate, I used established reputable sources for financial literature. My main target demographic is an early stage investor who feels intimidated by the financial world but wants to maximize their portfolio’s returns in accordance to their goals (Ex. max growth vs stability).</a:t>
            </a:r>
          </a:p>
          <a:p>
            <a:pPr>
              <a:buNone/>
            </a:pPr>
            <a:r>
              <a:rPr lang="en-CA"/>
              <a:t>My problem domain has authoritative information available from books written by economists and financial analyst.</a:t>
            </a:r>
            <a:endParaRPr lang="fr-CA"/>
          </a:p>
        </p:txBody>
      </p:sp>
      <p:sp>
        <p:nvSpPr>
          <p:cNvPr id="4100" name="object 7"/>
          <p:cNvSpPr txBox="1">
            <a:spLocks noChangeArrowheads="1"/>
          </p:cNvSpPr>
          <p:nvPr/>
        </p:nvSpPr>
        <p:spPr bwMode="auto">
          <a:xfrm>
            <a:off x="588963" y="238125"/>
            <a:ext cx="809148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1">
            <a:spAutoFit/>
          </a:bodyPr>
          <a:lstStyle>
            <a:lvl1pPr marL="11113">
              <a:spcAft>
                <a:spcPts val="1413"/>
              </a:spcAft>
              <a:buChar char="•"/>
              <a:defRPr sz="2400">
                <a:solidFill>
                  <a:srgbClr val="000000"/>
                </a:solidFill>
                <a:latin typeface="Times New Roman" pitchFamily="18" charset="0"/>
                <a:ea typeface="Microsoft YaHei" pitchFamily="34" charset="-122"/>
              </a:defRPr>
            </a:lvl1pPr>
            <a:lvl2pPr marL="6858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lgn="ctr" eaLnBrk="1">
              <a:spcAft>
                <a:spcPct val="0"/>
              </a:spcAft>
              <a:buFontTx/>
              <a:buNone/>
            </a:pPr>
            <a:r>
              <a:rPr lang="en-US" altLang="en-US" sz="3600">
                <a:solidFill>
                  <a:srgbClr val="FFFFFF"/>
                </a:solidFill>
                <a:latin typeface="Tahoma" pitchFamily="34" charset="0"/>
                <a:cs typeface="Tahoma" pitchFamily="34" charset="0"/>
              </a:rPr>
              <a:t>Problem Domain</a:t>
            </a:r>
            <a:endParaRPr lang="en-US" altLang="en-US" sz="2800">
              <a:solidFill>
                <a:srgbClr val="FFFFFF"/>
              </a:solidFill>
              <a:latin typeface="Tahoma" pitchFamily="34" charset="0"/>
              <a:cs typeface="Tahoma"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46D20-6E6C-FA35-246C-466501D961B3}"/>
            </a:ext>
          </a:extLst>
        </p:cNvPr>
        <p:cNvGrpSpPr/>
        <p:nvPr/>
      </p:nvGrpSpPr>
      <p:grpSpPr>
        <a:xfrm>
          <a:off x="0" y="0"/>
          <a:ext cx="0" cy="0"/>
          <a:chOff x="0" y="0"/>
          <a:chExt cx="0" cy="0"/>
        </a:xfrm>
      </p:grpSpPr>
      <p:sp>
        <p:nvSpPr>
          <p:cNvPr id="4098" name="object 5">
            <a:extLst>
              <a:ext uri="{FF2B5EF4-FFF2-40B4-BE49-F238E27FC236}">
                <a16:creationId xmlns:a16="http://schemas.microsoft.com/office/drawing/2014/main" id="{C5B155EA-A910-8516-32C6-F6771546B8D2}"/>
              </a:ext>
            </a:extLst>
          </p:cNvPr>
          <p:cNvSpPr>
            <a:spLocks/>
          </p:cNvSpPr>
          <p:nvPr/>
        </p:nvSpPr>
        <p:spPr bwMode="auto">
          <a:xfrm>
            <a:off x="303213" y="104775"/>
            <a:ext cx="8662987" cy="8128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5" name="TextBox 6">
            <a:extLst>
              <a:ext uri="{FF2B5EF4-FFF2-40B4-BE49-F238E27FC236}">
                <a16:creationId xmlns:a16="http://schemas.microsoft.com/office/drawing/2014/main" id="{6CDFE21C-AC27-603E-9DF1-A94AC1F33DB6}"/>
              </a:ext>
            </a:extLst>
          </p:cNvPr>
          <p:cNvSpPr txBox="1">
            <a:spLocks noChangeArrowheads="1"/>
          </p:cNvSpPr>
          <p:nvPr/>
        </p:nvSpPr>
        <p:spPr bwMode="auto">
          <a:xfrm>
            <a:off x="303213" y="1336675"/>
            <a:ext cx="8662987" cy="5261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4" tIns="44997" rIns="90004" bIns="44997">
            <a:spAutoFit/>
          </a:bodyPr>
          <a:lstStyle>
            <a:lvl1pPr>
              <a:spcAft>
                <a:spcPts val="1413"/>
              </a:spcAft>
              <a:buChar char="•"/>
              <a:defRPr sz="2400">
                <a:solidFill>
                  <a:srgbClr val="000000"/>
                </a:solidFill>
                <a:latin typeface="Times New Roman" pitchFamily="18" charset="0"/>
                <a:ea typeface="Microsoft YaHei" pitchFamily="34" charset="-122"/>
              </a:defRPr>
            </a:lvl1pPr>
            <a:lvl2pPr marL="742950" indent="-28575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r>
              <a:rPr lang="en-CA"/>
              <a:t>My knowledge domain is based on the following three books and one article published by relevant professionals in the domain:</a:t>
            </a:r>
            <a:br>
              <a:rPr lang="en-CA"/>
            </a:br>
            <a:endParaRPr lang="en-CA"/>
          </a:p>
          <a:p>
            <a:r>
              <a:rPr lang="en-US" sz="1400"/>
              <a:t>[1] Fabozzi, F. J. and Markowitz, H. M. (Eds.). The Theory and Practice of Investment Management: Asset Allocation, Valuation, Portfolio Construction, and Strategies, 2nd ed. John Wiley &amp; Sons, 2011.</a:t>
            </a:r>
          </a:p>
          <a:p>
            <a:r>
              <a:rPr lang="en-US" sz="1400"/>
              <a:t>[2] Stanyer, P. The Economist Guide to Investment Strategy: How to Understand Markets, Risk, Rewards and Behaviour, 3rd ed. Public Affairs, 2014.</a:t>
            </a:r>
          </a:p>
          <a:p>
            <a:r>
              <a:rPr lang="en-US" sz="1400"/>
              <a:t>[3] Thau, A. The Bond Book: Everything Investors Need to Know About Treasuries, Municipals, GNMAs, Corporates, Zeros, Bond Funds, Money Market Funds, and More, 3rd ed. McGraw-Hill, 2010.</a:t>
            </a:r>
          </a:p>
          <a:p>
            <a:r>
              <a:rPr lang="en-US" sz="1400"/>
              <a:t>[4] Markowitz, H. M. Portfolio Selection. The Journal of Finance, 7(1):77–91, 1952.</a:t>
            </a:r>
            <a:endParaRPr lang="fr-CA" sz="1400"/>
          </a:p>
          <a:p>
            <a:pPr>
              <a:buNone/>
            </a:pPr>
            <a:r>
              <a:rPr lang="en-US"/>
              <a:t>Since most beginner investors will make the same allocation errors due to a lack of knowledge, the proposed expert system will be useful to many new investors.</a:t>
            </a:r>
            <a:endParaRPr lang="fr-CA"/>
          </a:p>
          <a:p>
            <a:pPr>
              <a:buNone/>
            </a:pPr>
            <a:endParaRPr lang="fr-CA"/>
          </a:p>
        </p:txBody>
      </p:sp>
      <p:sp>
        <p:nvSpPr>
          <p:cNvPr id="4100" name="object 7">
            <a:extLst>
              <a:ext uri="{FF2B5EF4-FFF2-40B4-BE49-F238E27FC236}">
                <a16:creationId xmlns:a16="http://schemas.microsoft.com/office/drawing/2014/main" id="{48B70FB0-E7FF-B16F-E583-F72830C67530}"/>
              </a:ext>
            </a:extLst>
          </p:cNvPr>
          <p:cNvSpPr txBox="1">
            <a:spLocks noChangeArrowheads="1"/>
          </p:cNvSpPr>
          <p:nvPr/>
        </p:nvSpPr>
        <p:spPr bwMode="auto">
          <a:xfrm>
            <a:off x="588963" y="238125"/>
            <a:ext cx="809148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1">
            <a:spAutoFit/>
          </a:bodyPr>
          <a:lstStyle>
            <a:lvl1pPr marL="11113">
              <a:spcAft>
                <a:spcPts val="1413"/>
              </a:spcAft>
              <a:buChar char="•"/>
              <a:defRPr sz="2400">
                <a:solidFill>
                  <a:srgbClr val="000000"/>
                </a:solidFill>
                <a:latin typeface="Times New Roman" pitchFamily="18" charset="0"/>
                <a:ea typeface="Microsoft YaHei" pitchFamily="34" charset="-122"/>
              </a:defRPr>
            </a:lvl1pPr>
            <a:lvl2pPr marL="6858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lgn="ctr" eaLnBrk="1">
              <a:spcAft>
                <a:spcPct val="0"/>
              </a:spcAft>
              <a:buFontTx/>
              <a:buNone/>
            </a:pPr>
            <a:r>
              <a:rPr lang="en-US" altLang="en-US" sz="3600">
                <a:solidFill>
                  <a:srgbClr val="FFFFFF"/>
                </a:solidFill>
                <a:latin typeface="Tahoma" pitchFamily="34" charset="0"/>
                <a:cs typeface="Tahoma" pitchFamily="34" charset="0"/>
              </a:rPr>
              <a:t>Knowledge Domain</a:t>
            </a:r>
            <a:endParaRPr lang="en-US" altLang="en-US" sz="2800">
              <a:solidFill>
                <a:srgbClr val="FFFFFF"/>
              </a:solidFill>
              <a:latin typeface="Tahoma" pitchFamily="34" charset="0"/>
              <a:cs typeface="Tahoma" pitchFamily="34" charset="0"/>
            </a:endParaRPr>
          </a:p>
        </p:txBody>
      </p:sp>
    </p:spTree>
    <p:extLst>
      <p:ext uri="{BB962C8B-B14F-4D97-AF65-F5344CB8AC3E}">
        <p14:creationId xmlns:p14="http://schemas.microsoft.com/office/powerpoint/2010/main" val="132116499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CA96B-554B-BC45-C8EF-C9C4A9770B63}"/>
            </a:ext>
          </a:extLst>
        </p:cNvPr>
        <p:cNvGrpSpPr/>
        <p:nvPr/>
      </p:nvGrpSpPr>
      <p:grpSpPr>
        <a:xfrm>
          <a:off x="0" y="0"/>
          <a:ext cx="0" cy="0"/>
          <a:chOff x="0" y="0"/>
          <a:chExt cx="0" cy="0"/>
        </a:xfrm>
      </p:grpSpPr>
      <p:sp>
        <p:nvSpPr>
          <p:cNvPr id="4098" name="object 5">
            <a:extLst>
              <a:ext uri="{FF2B5EF4-FFF2-40B4-BE49-F238E27FC236}">
                <a16:creationId xmlns:a16="http://schemas.microsoft.com/office/drawing/2014/main" id="{E11D6ABB-14C9-0ECB-B439-38E5C806173A}"/>
              </a:ext>
            </a:extLst>
          </p:cNvPr>
          <p:cNvSpPr>
            <a:spLocks/>
          </p:cNvSpPr>
          <p:nvPr/>
        </p:nvSpPr>
        <p:spPr bwMode="auto">
          <a:xfrm>
            <a:off x="303213" y="104775"/>
            <a:ext cx="8662987" cy="8128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5" name="TextBox 6">
            <a:extLst>
              <a:ext uri="{FF2B5EF4-FFF2-40B4-BE49-F238E27FC236}">
                <a16:creationId xmlns:a16="http://schemas.microsoft.com/office/drawing/2014/main" id="{278273F9-1B17-52CC-6EA3-17DC40C37A49}"/>
              </a:ext>
            </a:extLst>
          </p:cNvPr>
          <p:cNvSpPr txBox="1">
            <a:spLocks noChangeArrowheads="1"/>
          </p:cNvSpPr>
          <p:nvPr/>
        </p:nvSpPr>
        <p:spPr bwMode="auto">
          <a:xfrm>
            <a:off x="303213" y="1336675"/>
            <a:ext cx="8662987" cy="2676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4" tIns="44997" rIns="90004" bIns="44997">
            <a:spAutoFit/>
          </a:bodyPr>
          <a:lstStyle>
            <a:lvl1pPr>
              <a:spcAft>
                <a:spcPts val="1413"/>
              </a:spcAft>
              <a:buChar char="•"/>
              <a:defRPr sz="2400">
                <a:solidFill>
                  <a:srgbClr val="000000"/>
                </a:solidFill>
                <a:latin typeface="Times New Roman" pitchFamily="18" charset="0"/>
                <a:ea typeface="Microsoft YaHei" pitchFamily="34" charset="-122"/>
              </a:defRPr>
            </a:lvl1pPr>
            <a:lvl2pPr marL="742950" indent="-28575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buNone/>
            </a:pPr>
            <a:r>
              <a:rPr lang="en-CA"/>
              <a:t>The goal is to develop an expert system that will automatically suggest </a:t>
            </a:r>
            <a:r>
              <a:rPr lang="en-CA" u="sng"/>
              <a:t>investment advices for portfolio allocation </a:t>
            </a:r>
            <a:r>
              <a:rPr lang="en-CA"/>
              <a:t>in accordance with the user’s </a:t>
            </a:r>
            <a:r>
              <a:rPr lang="en-CA" u="sng"/>
              <a:t>four attributes </a:t>
            </a:r>
            <a:r>
              <a:rPr lang="en-CA"/>
              <a:t>(risk tolerance, age, time horizon and net worth) and output a customized assets allocation over 10 investment vehicles (individual stocks, diversified ETFs, corporate or government bonds, guaranteed investment certificate, cash and gold, REIT, High yield bonds, emerging market ETFs) allocation.</a:t>
            </a:r>
            <a:endParaRPr lang="fr-CA"/>
          </a:p>
        </p:txBody>
      </p:sp>
      <p:sp>
        <p:nvSpPr>
          <p:cNvPr id="4100" name="object 7">
            <a:extLst>
              <a:ext uri="{FF2B5EF4-FFF2-40B4-BE49-F238E27FC236}">
                <a16:creationId xmlns:a16="http://schemas.microsoft.com/office/drawing/2014/main" id="{6D9351DD-69A9-4C05-3181-7E70DE328CEF}"/>
              </a:ext>
            </a:extLst>
          </p:cNvPr>
          <p:cNvSpPr txBox="1">
            <a:spLocks noChangeArrowheads="1"/>
          </p:cNvSpPr>
          <p:nvPr/>
        </p:nvSpPr>
        <p:spPr bwMode="auto">
          <a:xfrm>
            <a:off x="588963" y="238125"/>
            <a:ext cx="809148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1">
            <a:spAutoFit/>
          </a:bodyPr>
          <a:lstStyle>
            <a:lvl1pPr marL="11113">
              <a:spcAft>
                <a:spcPts val="1413"/>
              </a:spcAft>
              <a:buChar char="•"/>
              <a:defRPr sz="2400">
                <a:solidFill>
                  <a:srgbClr val="000000"/>
                </a:solidFill>
                <a:latin typeface="Times New Roman" pitchFamily="18" charset="0"/>
                <a:ea typeface="Microsoft YaHei" pitchFamily="34" charset="-122"/>
              </a:defRPr>
            </a:lvl1pPr>
            <a:lvl2pPr marL="6858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lgn="ctr" eaLnBrk="1">
              <a:spcAft>
                <a:spcPct val="0"/>
              </a:spcAft>
              <a:buFontTx/>
              <a:buNone/>
            </a:pPr>
            <a:r>
              <a:rPr lang="en-US" altLang="en-US" sz="3600">
                <a:solidFill>
                  <a:srgbClr val="FFFFFF"/>
                </a:solidFill>
                <a:latin typeface="Tahoma" pitchFamily="34" charset="0"/>
                <a:cs typeface="Tahoma" pitchFamily="34" charset="0"/>
              </a:rPr>
              <a:t>Project Goal</a:t>
            </a:r>
            <a:endParaRPr lang="en-US" altLang="en-US" sz="2800">
              <a:solidFill>
                <a:srgbClr val="FFFFFF"/>
              </a:solidFill>
              <a:latin typeface="Tahoma" pitchFamily="34" charset="0"/>
              <a:cs typeface="Tahoma" pitchFamily="34" charset="0"/>
            </a:endParaRPr>
          </a:p>
        </p:txBody>
      </p:sp>
    </p:spTree>
    <p:extLst>
      <p:ext uri="{BB962C8B-B14F-4D97-AF65-F5344CB8AC3E}">
        <p14:creationId xmlns:p14="http://schemas.microsoft.com/office/powerpoint/2010/main" val="3505909735"/>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C91AE-9CC5-164D-7543-EB42C35631A0}"/>
            </a:ext>
          </a:extLst>
        </p:cNvPr>
        <p:cNvGrpSpPr/>
        <p:nvPr/>
      </p:nvGrpSpPr>
      <p:grpSpPr>
        <a:xfrm>
          <a:off x="0" y="0"/>
          <a:ext cx="0" cy="0"/>
          <a:chOff x="0" y="0"/>
          <a:chExt cx="0" cy="0"/>
        </a:xfrm>
      </p:grpSpPr>
      <p:sp>
        <p:nvSpPr>
          <p:cNvPr id="4098" name="object 5">
            <a:extLst>
              <a:ext uri="{FF2B5EF4-FFF2-40B4-BE49-F238E27FC236}">
                <a16:creationId xmlns:a16="http://schemas.microsoft.com/office/drawing/2014/main" id="{4EFA7D54-FB0D-1135-3B65-83839E6EB873}"/>
              </a:ext>
            </a:extLst>
          </p:cNvPr>
          <p:cNvSpPr>
            <a:spLocks/>
          </p:cNvSpPr>
          <p:nvPr/>
        </p:nvSpPr>
        <p:spPr bwMode="auto">
          <a:xfrm>
            <a:off x="303213" y="104775"/>
            <a:ext cx="8662987" cy="8128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5" name="TextBox 6">
            <a:extLst>
              <a:ext uri="{FF2B5EF4-FFF2-40B4-BE49-F238E27FC236}">
                <a16:creationId xmlns:a16="http://schemas.microsoft.com/office/drawing/2014/main" id="{020FF86E-FE4C-47B8-5E64-D2B570F495EB}"/>
              </a:ext>
            </a:extLst>
          </p:cNvPr>
          <p:cNvSpPr txBox="1">
            <a:spLocks noChangeArrowheads="1"/>
          </p:cNvSpPr>
          <p:nvPr/>
        </p:nvSpPr>
        <p:spPr bwMode="auto">
          <a:xfrm>
            <a:off x="303213" y="917575"/>
            <a:ext cx="8662987" cy="5610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4" tIns="44997" rIns="90004" bIns="44997">
            <a:spAutoFit/>
          </a:bodyPr>
          <a:lstStyle>
            <a:lvl1pPr>
              <a:spcAft>
                <a:spcPts val="1413"/>
              </a:spcAft>
              <a:buChar char="•"/>
              <a:defRPr sz="2400">
                <a:solidFill>
                  <a:srgbClr val="000000"/>
                </a:solidFill>
                <a:latin typeface="Times New Roman" pitchFamily="18" charset="0"/>
                <a:ea typeface="Microsoft YaHei" pitchFamily="34" charset="-122"/>
              </a:defRPr>
            </a:lvl1pPr>
            <a:lvl2pPr marL="742950" indent="-28575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r>
              <a:rPr lang="en-CA"/>
              <a:t>Specific: The system will provide a rigid investment allocation  based on the user's attribute (risk profile, age, time horizon, net worth)</a:t>
            </a:r>
          </a:p>
          <a:p>
            <a:r>
              <a:rPr lang="fr-CA"/>
              <a:t>Measurable: Every user profile will receive one recommendation for their portfolio allocation with a description of why the recommendation fits them.</a:t>
            </a:r>
          </a:p>
          <a:p>
            <a:r>
              <a:rPr lang="fr-CA"/>
              <a:t>Achievable: Once the user receives their recommendation, implementing it is the easy part through an online investment platform.</a:t>
            </a:r>
          </a:p>
          <a:p>
            <a:r>
              <a:rPr lang="fr-CA"/>
              <a:t>Relevant: The expert system provides new investors the portfolio information that they lacked to make an educated choice.</a:t>
            </a:r>
          </a:p>
          <a:p>
            <a:r>
              <a:rPr lang="fr-CA"/>
              <a:t> Time-bound : Investors can immediately act after obtaining their suggested allocation.</a:t>
            </a:r>
          </a:p>
        </p:txBody>
      </p:sp>
      <p:sp>
        <p:nvSpPr>
          <p:cNvPr id="4100" name="object 7">
            <a:extLst>
              <a:ext uri="{FF2B5EF4-FFF2-40B4-BE49-F238E27FC236}">
                <a16:creationId xmlns:a16="http://schemas.microsoft.com/office/drawing/2014/main" id="{A6ECF9D6-578C-F5D1-DF1D-61CB5797B8F2}"/>
              </a:ext>
            </a:extLst>
          </p:cNvPr>
          <p:cNvSpPr txBox="1">
            <a:spLocks noChangeArrowheads="1"/>
          </p:cNvSpPr>
          <p:nvPr/>
        </p:nvSpPr>
        <p:spPr bwMode="auto">
          <a:xfrm>
            <a:off x="588963" y="238125"/>
            <a:ext cx="809148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1">
            <a:spAutoFit/>
          </a:bodyPr>
          <a:lstStyle>
            <a:lvl1pPr marL="11113">
              <a:spcAft>
                <a:spcPts val="1413"/>
              </a:spcAft>
              <a:buChar char="•"/>
              <a:defRPr sz="2400">
                <a:solidFill>
                  <a:srgbClr val="000000"/>
                </a:solidFill>
                <a:latin typeface="Times New Roman" pitchFamily="18" charset="0"/>
                <a:ea typeface="Microsoft YaHei" pitchFamily="34" charset="-122"/>
              </a:defRPr>
            </a:lvl1pPr>
            <a:lvl2pPr marL="6858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lgn="ctr" eaLnBrk="1">
              <a:spcAft>
                <a:spcPct val="0"/>
              </a:spcAft>
              <a:buFontTx/>
              <a:buNone/>
            </a:pPr>
            <a:r>
              <a:rPr lang="en-US" altLang="en-US" sz="3600">
                <a:solidFill>
                  <a:srgbClr val="FFFFFF"/>
                </a:solidFill>
                <a:latin typeface="Tahoma" pitchFamily="34" charset="0"/>
                <a:cs typeface="Tahoma" pitchFamily="34" charset="0"/>
              </a:rPr>
              <a:t>SMART analysis of Project Goal </a:t>
            </a:r>
            <a:endParaRPr lang="en-US" altLang="en-US" sz="2800">
              <a:solidFill>
                <a:srgbClr val="FFFFFF"/>
              </a:solidFill>
              <a:latin typeface="Tahoma" pitchFamily="34" charset="0"/>
              <a:cs typeface="Tahoma" pitchFamily="34" charset="0"/>
            </a:endParaRPr>
          </a:p>
        </p:txBody>
      </p:sp>
    </p:spTree>
    <p:extLst>
      <p:ext uri="{BB962C8B-B14F-4D97-AF65-F5344CB8AC3E}">
        <p14:creationId xmlns:p14="http://schemas.microsoft.com/office/powerpoint/2010/main" val="3444478131"/>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7197D-1E3E-BDD9-2AD1-BF1492805E8F}"/>
            </a:ext>
          </a:extLst>
        </p:cNvPr>
        <p:cNvGrpSpPr/>
        <p:nvPr/>
      </p:nvGrpSpPr>
      <p:grpSpPr>
        <a:xfrm>
          <a:off x="0" y="0"/>
          <a:ext cx="0" cy="0"/>
          <a:chOff x="0" y="0"/>
          <a:chExt cx="0" cy="0"/>
        </a:xfrm>
      </p:grpSpPr>
      <p:sp>
        <p:nvSpPr>
          <p:cNvPr id="4098" name="object 5">
            <a:extLst>
              <a:ext uri="{FF2B5EF4-FFF2-40B4-BE49-F238E27FC236}">
                <a16:creationId xmlns:a16="http://schemas.microsoft.com/office/drawing/2014/main" id="{2F4CC82C-1799-E175-F4DE-02D13C075A58}"/>
              </a:ext>
            </a:extLst>
          </p:cNvPr>
          <p:cNvSpPr>
            <a:spLocks/>
          </p:cNvSpPr>
          <p:nvPr/>
        </p:nvSpPr>
        <p:spPr bwMode="auto">
          <a:xfrm>
            <a:off x="303213" y="104775"/>
            <a:ext cx="8662987" cy="8128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5" name="TextBox 6">
            <a:extLst>
              <a:ext uri="{FF2B5EF4-FFF2-40B4-BE49-F238E27FC236}">
                <a16:creationId xmlns:a16="http://schemas.microsoft.com/office/drawing/2014/main" id="{3E2C188D-661D-995C-B317-8FA01196005E}"/>
              </a:ext>
            </a:extLst>
          </p:cNvPr>
          <p:cNvSpPr txBox="1">
            <a:spLocks noChangeArrowheads="1"/>
          </p:cNvSpPr>
          <p:nvPr/>
        </p:nvSpPr>
        <p:spPr bwMode="auto">
          <a:xfrm>
            <a:off x="303213" y="925513"/>
            <a:ext cx="8662987" cy="505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4" tIns="44997" rIns="90004" bIns="44997">
            <a:spAutoFit/>
          </a:bodyPr>
          <a:lstStyle>
            <a:lvl1pPr>
              <a:spcAft>
                <a:spcPts val="1413"/>
              </a:spcAft>
              <a:buChar char="•"/>
              <a:defRPr sz="2400">
                <a:solidFill>
                  <a:srgbClr val="000000"/>
                </a:solidFill>
                <a:latin typeface="Times New Roman" pitchFamily="18" charset="0"/>
                <a:ea typeface="Microsoft YaHei" pitchFamily="34" charset="-122"/>
              </a:defRPr>
            </a:lvl1pPr>
            <a:lvl2pPr marL="742950" indent="-28575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buNone/>
            </a:pPr>
            <a:r>
              <a:rPr lang="en-US"/>
              <a:t>User (U): The targeted user is a first-time investor who has savings but is uninformed about investment vehicles, and doesn't have sufficient financial literacy to make an optimized portfolio strategy.</a:t>
            </a:r>
          </a:p>
          <a:p>
            <a:pPr>
              <a:buNone/>
            </a:pPr>
            <a:r>
              <a:rPr lang="en-US"/>
              <a:t>U's description: </a:t>
            </a:r>
          </a:p>
          <a:p>
            <a:pPr>
              <a:buNone/>
            </a:pPr>
            <a:r>
              <a:rPr lang="en-US"/>
              <a:t>- Age between 18-65 (young workers, mid career adults or older adults approaching retirement).</a:t>
            </a:r>
          </a:p>
          <a:p>
            <a:pPr>
              <a:buNone/>
            </a:pPr>
            <a:r>
              <a:rPr lang="en-US"/>
              <a:t>- Net worth ranging from a few hundreds to several tens of thousand of dollars.</a:t>
            </a:r>
          </a:p>
          <a:p>
            <a:pPr>
              <a:buNone/>
            </a:pPr>
            <a:r>
              <a:rPr lang="en-US"/>
              <a:t>- The user wants their invested funds available in a short, medium or long time horizon.</a:t>
            </a:r>
          </a:p>
          <a:p>
            <a:pPr>
              <a:buNone/>
            </a:pPr>
            <a:r>
              <a:rPr lang="en-US"/>
              <a:t>- Risk tolerance ranging from Low-Medium-High.</a:t>
            </a:r>
            <a:endParaRPr lang="fr-CA"/>
          </a:p>
        </p:txBody>
      </p:sp>
      <p:sp>
        <p:nvSpPr>
          <p:cNvPr id="4100" name="object 7">
            <a:extLst>
              <a:ext uri="{FF2B5EF4-FFF2-40B4-BE49-F238E27FC236}">
                <a16:creationId xmlns:a16="http://schemas.microsoft.com/office/drawing/2014/main" id="{237829C3-8B8D-52A8-51A0-F701DCFAF144}"/>
              </a:ext>
            </a:extLst>
          </p:cNvPr>
          <p:cNvSpPr txBox="1">
            <a:spLocks noChangeArrowheads="1"/>
          </p:cNvSpPr>
          <p:nvPr/>
        </p:nvSpPr>
        <p:spPr bwMode="auto">
          <a:xfrm>
            <a:off x="588963" y="238125"/>
            <a:ext cx="809148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1">
            <a:spAutoFit/>
          </a:bodyPr>
          <a:lstStyle>
            <a:lvl1pPr marL="11113">
              <a:spcAft>
                <a:spcPts val="1413"/>
              </a:spcAft>
              <a:buChar char="•"/>
              <a:defRPr sz="2400">
                <a:solidFill>
                  <a:srgbClr val="000000"/>
                </a:solidFill>
                <a:latin typeface="Times New Roman" pitchFamily="18" charset="0"/>
                <a:ea typeface="Microsoft YaHei" pitchFamily="34" charset="-122"/>
              </a:defRPr>
            </a:lvl1pPr>
            <a:lvl2pPr marL="6858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lgn="ctr" eaLnBrk="1">
              <a:spcAft>
                <a:spcPct val="0"/>
              </a:spcAft>
              <a:buFontTx/>
              <a:buNone/>
            </a:pPr>
            <a:r>
              <a:rPr lang="en-US" altLang="en-US" sz="3600">
                <a:solidFill>
                  <a:srgbClr val="FFFFFF"/>
                </a:solidFill>
                <a:latin typeface="Tahoma" pitchFamily="34" charset="0"/>
                <a:cs typeface="Tahoma" pitchFamily="34" charset="0"/>
              </a:rPr>
              <a:t>Target User</a:t>
            </a:r>
            <a:endParaRPr lang="en-US" altLang="en-US" sz="2800">
              <a:solidFill>
                <a:srgbClr val="FFFFFF"/>
              </a:solidFill>
              <a:latin typeface="Tahoma" pitchFamily="34" charset="0"/>
              <a:cs typeface="Tahoma" pitchFamily="34" charset="0"/>
            </a:endParaRPr>
          </a:p>
        </p:txBody>
      </p:sp>
    </p:spTree>
    <p:extLst>
      <p:ext uri="{BB962C8B-B14F-4D97-AF65-F5344CB8AC3E}">
        <p14:creationId xmlns:p14="http://schemas.microsoft.com/office/powerpoint/2010/main" val="137932462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CE5A1-9C5E-C1EF-D5CA-EFCF73C0C6CE}"/>
            </a:ext>
          </a:extLst>
        </p:cNvPr>
        <p:cNvGrpSpPr/>
        <p:nvPr/>
      </p:nvGrpSpPr>
      <p:grpSpPr>
        <a:xfrm>
          <a:off x="0" y="0"/>
          <a:ext cx="0" cy="0"/>
          <a:chOff x="0" y="0"/>
          <a:chExt cx="0" cy="0"/>
        </a:xfrm>
      </p:grpSpPr>
      <p:sp>
        <p:nvSpPr>
          <p:cNvPr id="4098" name="object 5">
            <a:extLst>
              <a:ext uri="{FF2B5EF4-FFF2-40B4-BE49-F238E27FC236}">
                <a16:creationId xmlns:a16="http://schemas.microsoft.com/office/drawing/2014/main" id="{8A569355-8925-7FD6-7C47-2AA4423C68B5}"/>
              </a:ext>
            </a:extLst>
          </p:cNvPr>
          <p:cNvSpPr>
            <a:spLocks/>
          </p:cNvSpPr>
          <p:nvPr/>
        </p:nvSpPr>
        <p:spPr bwMode="auto">
          <a:xfrm>
            <a:off x="303213" y="46038"/>
            <a:ext cx="8662987" cy="8128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5" name="TextBox 6">
            <a:extLst>
              <a:ext uri="{FF2B5EF4-FFF2-40B4-BE49-F238E27FC236}">
                <a16:creationId xmlns:a16="http://schemas.microsoft.com/office/drawing/2014/main" id="{8934A8FC-9773-9BBD-6307-AFE733F212A6}"/>
              </a:ext>
            </a:extLst>
          </p:cNvPr>
          <p:cNvSpPr txBox="1">
            <a:spLocks noChangeArrowheads="1"/>
          </p:cNvSpPr>
          <p:nvPr/>
        </p:nvSpPr>
        <p:spPr bwMode="auto">
          <a:xfrm>
            <a:off x="303213" y="882453"/>
            <a:ext cx="8662987" cy="5800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4" tIns="44997" rIns="90004" bIns="44997">
            <a:spAutoFit/>
          </a:bodyPr>
          <a:lstStyle>
            <a:lvl1pPr>
              <a:spcAft>
                <a:spcPts val="1413"/>
              </a:spcAft>
              <a:buChar char="•"/>
              <a:defRPr sz="2400">
                <a:solidFill>
                  <a:srgbClr val="000000"/>
                </a:solidFill>
                <a:latin typeface="Times New Roman" pitchFamily="18" charset="0"/>
                <a:ea typeface="Microsoft YaHei" pitchFamily="34" charset="-122"/>
              </a:defRPr>
            </a:lvl1pPr>
            <a:lvl2pPr marL="742950" indent="-28575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r>
              <a:rPr lang="en-US" sz="1400" b="1"/>
              <a:t>Individual Stocks</a:t>
            </a:r>
            <a:r>
              <a:rPr lang="en-US" sz="1400"/>
              <a:t> Description: Shares in individual companies. Risk: High | Average Return: 10%</a:t>
            </a:r>
          </a:p>
          <a:p>
            <a:r>
              <a:rPr lang="en-US" sz="1400" b="1"/>
              <a:t>Emerging Markets ETF </a:t>
            </a:r>
            <a:r>
              <a:rPr lang="en-US" sz="1400"/>
              <a:t>Description: Stocks from developing nations; high volatility with high growth potential. Risk: High | Average Return: 9%</a:t>
            </a:r>
          </a:p>
          <a:p>
            <a:r>
              <a:rPr lang="en-US" sz="1400" b="1"/>
              <a:t>High-Yield Bonds </a:t>
            </a:r>
            <a:r>
              <a:rPr lang="en-US" sz="1400"/>
              <a:t>Description: Lower quality "junk" bonds; carries high credit risk for higher yield. Risk: High | Average Return: 7%</a:t>
            </a:r>
          </a:p>
          <a:p>
            <a:r>
              <a:rPr lang="en-US" sz="1400" b="1"/>
              <a:t>Diversified ETF </a:t>
            </a:r>
            <a:r>
              <a:rPr lang="en-US" sz="1400"/>
              <a:t>Description: Passive index funds providing broad market diversification. Risk: Medium | Average Return: 7%</a:t>
            </a:r>
          </a:p>
          <a:p>
            <a:r>
              <a:rPr lang="en-US" sz="1400" b="1"/>
              <a:t>Real Estate (REIT) </a:t>
            </a:r>
            <a:r>
              <a:rPr lang="en-US" sz="1400"/>
              <a:t>Description: Real Estate Investment Trusts; income-generating property assets.Risk: Medium | Average Return: 6%</a:t>
            </a:r>
          </a:p>
          <a:p>
            <a:r>
              <a:rPr lang="en-US" sz="1400" b="1"/>
              <a:t>Corporate Bonds </a:t>
            </a:r>
            <a:r>
              <a:rPr lang="en-US" sz="1400"/>
              <a:t>Description: Corporate debt; higher yield to compensate for default risk. Risk: Medium | Average Return: 5%</a:t>
            </a:r>
          </a:p>
          <a:p>
            <a:r>
              <a:rPr lang="en-US" sz="1400" b="1"/>
              <a:t>Gold </a:t>
            </a:r>
            <a:r>
              <a:rPr lang="en-US" sz="1400"/>
              <a:t>Description: A physical commodity used as an inflation hedge and diversifier. Risk: Medium | Average Return: 5%</a:t>
            </a:r>
          </a:p>
          <a:p>
            <a:r>
              <a:rPr lang="en-US" sz="1400" b="1"/>
              <a:t>GIC (Guaranteed Investment Certificate) </a:t>
            </a:r>
            <a:r>
              <a:rPr lang="en-US" sz="1400"/>
              <a:t>Description: Principal-guaranteed bank investment for safe, locked-in returns. Risk: Low | Average Return: 4.5%</a:t>
            </a:r>
          </a:p>
          <a:p>
            <a:r>
              <a:rPr lang="en-US" sz="1400" b="1"/>
              <a:t>Government Bonds </a:t>
            </a:r>
            <a:r>
              <a:rPr lang="en-US" sz="1400"/>
              <a:t>Description: Government debt; virtually no default risk but lower returns than corporate debt. Risk: Low | Average Return: 3%</a:t>
            </a:r>
          </a:p>
          <a:p>
            <a:r>
              <a:rPr lang="en-US" sz="1400" b="1"/>
              <a:t>Cash (HISA) </a:t>
            </a:r>
            <a:r>
              <a:rPr lang="en-US" sz="1400"/>
              <a:t>Description: Funds held in High-Interest Savings Accounts; maximum liquidity with lowest return. Risk: Low | Average Return: 2%</a:t>
            </a:r>
          </a:p>
        </p:txBody>
      </p:sp>
      <p:sp>
        <p:nvSpPr>
          <p:cNvPr id="4100" name="object 7">
            <a:extLst>
              <a:ext uri="{FF2B5EF4-FFF2-40B4-BE49-F238E27FC236}">
                <a16:creationId xmlns:a16="http://schemas.microsoft.com/office/drawing/2014/main" id="{026A5F6B-DD79-9125-686F-B8D9D1F4C8F2}"/>
              </a:ext>
            </a:extLst>
          </p:cNvPr>
          <p:cNvSpPr txBox="1">
            <a:spLocks noChangeArrowheads="1"/>
          </p:cNvSpPr>
          <p:nvPr/>
        </p:nvSpPr>
        <p:spPr bwMode="auto">
          <a:xfrm>
            <a:off x="588962" y="175419"/>
            <a:ext cx="809148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1">
            <a:spAutoFit/>
          </a:bodyPr>
          <a:lstStyle>
            <a:lvl1pPr marL="11113">
              <a:spcAft>
                <a:spcPts val="1413"/>
              </a:spcAft>
              <a:buChar char="•"/>
              <a:defRPr sz="2400">
                <a:solidFill>
                  <a:srgbClr val="000000"/>
                </a:solidFill>
                <a:latin typeface="Times New Roman" pitchFamily="18" charset="0"/>
                <a:ea typeface="Microsoft YaHei" pitchFamily="34" charset="-122"/>
              </a:defRPr>
            </a:lvl1pPr>
            <a:lvl2pPr marL="6858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lgn="ctr" eaLnBrk="1">
              <a:spcAft>
                <a:spcPct val="0"/>
              </a:spcAft>
              <a:buFontTx/>
              <a:buNone/>
            </a:pPr>
            <a:r>
              <a:rPr lang="en-US" altLang="en-US" sz="3600">
                <a:solidFill>
                  <a:srgbClr val="FFFFFF"/>
                </a:solidFill>
                <a:latin typeface="Tahoma" pitchFamily="34" charset="0"/>
                <a:cs typeface="Tahoma" pitchFamily="34" charset="0"/>
              </a:rPr>
              <a:t>Factbase (F) - Total 10 facts</a:t>
            </a:r>
            <a:endParaRPr lang="en-US" altLang="en-US" sz="2800">
              <a:solidFill>
                <a:srgbClr val="FFFFFF"/>
              </a:solidFill>
              <a:latin typeface="Tahoma" pitchFamily="34" charset="0"/>
              <a:cs typeface="Tahoma" pitchFamily="34" charset="0"/>
            </a:endParaRPr>
          </a:p>
        </p:txBody>
      </p:sp>
    </p:spTree>
    <p:extLst>
      <p:ext uri="{BB962C8B-B14F-4D97-AF65-F5344CB8AC3E}">
        <p14:creationId xmlns:p14="http://schemas.microsoft.com/office/powerpoint/2010/main" val="330104880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8929B-9E4E-BCC2-A807-3856C82FE04E}"/>
            </a:ext>
          </a:extLst>
        </p:cNvPr>
        <p:cNvGrpSpPr/>
        <p:nvPr/>
      </p:nvGrpSpPr>
      <p:grpSpPr>
        <a:xfrm>
          <a:off x="0" y="0"/>
          <a:ext cx="0" cy="0"/>
          <a:chOff x="0" y="0"/>
          <a:chExt cx="0" cy="0"/>
        </a:xfrm>
      </p:grpSpPr>
      <p:sp>
        <p:nvSpPr>
          <p:cNvPr id="4098" name="object 5">
            <a:extLst>
              <a:ext uri="{FF2B5EF4-FFF2-40B4-BE49-F238E27FC236}">
                <a16:creationId xmlns:a16="http://schemas.microsoft.com/office/drawing/2014/main" id="{EEF21879-2C07-1401-8B06-5545779D9128}"/>
              </a:ext>
            </a:extLst>
          </p:cNvPr>
          <p:cNvSpPr>
            <a:spLocks/>
          </p:cNvSpPr>
          <p:nvPr/>
        </p:nvSpPr>
        <p:spPr bwMode="auto">
          <a:xfrm>
            <a:off x="303213" y="104775"/>
            <a:ext cx="8662987" cy="8128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5" name="TextBox 6">
            <a:extLst>
              <a:ext uri="{FF2B5EF4-FFF2-40B4-BE49-F238E27FC236}">
                <a16:creationId xmlns:a16="http://schemas.microsoft.com/office/drawing/2014/main" id="{D9A45B41-8ED8-0694-E4E0-99D75BB7536F}"/>
              </a:ext>
            </a:extLst>
          </p:cNvPr>
          <p:cNvSpPr txBox="1">
            <a:spLocks noChangeArrowheads="1"/>
          </p:cNvSpPr>
          <p:nvPr/>
        </p:nvSpPr>
        <p:spPr bwMode="auto">
          <a:xfrm>
            <a:off x="303213" y="1336675"/>
            <a:ext cx="8662987" cy="460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4" tIns="44997" rIns="90004" bIns="44997">
            <a:spAutoFit/>
          </a:bodyPr>
          <a:lstStyle>
            <a:lvl1pPr>
              <a:spcAft>
                <a:spcPts val="1413"/>
              </a:spcAft>
              <a:buChar char="•"/>
              <a:defRPr sz="2400">
                <a:solidFill>
                  <a:srgbClr val="000000"/>
                </a:solidFill>
                <a:latin typeface="Times New Roman" pitchFamily="18" charset="0"/>
                <a:ea typeface="Microsoft YaHei" pitchFamily="34" charset="-122"/>
              </a:defRPr>
            </a:lvl1pPr>
            <a:lvl2pPr marL="742950" indent="-28575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buNone/>
            </a:pPr>
            <a:r>
              <a:rPr lang="en-US"/>
              <a:t>Facts are summarized in table below</a:t>
            </a:r>
            <a:endParaRPr lang="fr-CA"/>
          </a:p>
        </p:txBody>
      </p:sp>
      <p:sp>
        <p:nvSpPr>
          <p:cNvPr id="4100" name="object 7">
            <a:extLst>
              <a:ext uri="{FF2B5EF4-FFF2-40B4-BE49-F238E27FC236}">
                <a16:creationId xmlns:a16="http://schemas.microsoft.com/office/drawing/2014/main" id="{2240CC75-DDF1-80E9-0BD7-BA08F7FE1ECD}"/>
              </a:ext>
            </a:extLst>
          </p:cNvPr>
          <p:cNvSpPr txBox="1">
            <a:spLocks noChangeArrowheads="1"/>
          </p:cNvSpPr>
          <p:nvPr/>
        </p:nvSpPr>
        <p:spPr bwMode="auto">
          <a:xfrm>
            <a:off x="588963" y="238125"/>
            <a:ext cx="809148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1">
            <a:spAutoFit/>
          </a:bodyPr>
          <a:lstStyle>
            <a:lvl1pPr marL="11113">
              <a:spcAft>
                <a:spcPts val="1413"/>
              </a:spcAft>
              <a:buChar char="•"/>
              <a:defRPr sz="2400">
                <a:solidFill>
                  <a:srgbClr val="000000"/>
                </a:solidFill>
                <a:latin typeface="Times New Roman" pitchFamily="18" charset="0"/>
                <a:ea typeface="Microsoft YaHei" pitchFamily="34" charset="-122"/>
              </a:defRPr>
            </a:lvl1pPr>
            <a:lvl2pPr marL="6858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lgn="ctr" eaLnBrk="1">
              <a:spcAft>
                <a:spcPct val="0"/>
              </a:spcAft>
              <a:buFontTx/>
              <a:buNone/>
            </a:pPr>
            <a:r>
              <a:rPr lang="en-US" altLang="en-US" sz="3600">
                <a:solidFill>
                  <a:srgbClr val="FFFFFF"/>
                </a:solidFill>
                <a:latin typeface="Tahoma" pitchFamily="34" charset="0"/>
                <a:cs typeface="Tahoma" pitchFamily="34" charset="0"/>
              </a:rPr>
              <a:t>Factbase (F)</a:t>
            </a:r>
            <a:endParaRPr lang="en-US" altLang="en-US" sz="2800">
              <a:solidFill>
                <a:srgbClr val="FFFFFF"/>
              </a:solidFill>
              <a:latin typeface="Tahoma" pitchFamily="34" charset="0"/>
              <a:cs typeface="Tahoma" pitchFamily="34" charset="0"/>
            </a:endParaRPr>
          </a:p>
        </p:txBody>
      </p:sp>
      <p:pic>
        <p:nvPicPr>
          <p:cNvPr id="4" name="Picture 3">
            <a:extLst>
              <a:ext uri="{FF2B5EF4-FFF2-40B4-BE49-F238E27FC236}">
                <a16:creationId xmlns:a16="http://schemas.microsoft.com/office/drawing/2014/main" id="{38C83426-D2FA-21F3-4C03-4549DC54142C}"/>
              </a:ext>
            </a:extLst>
          </p:cNvPr>
          <p:cNvPicPr>
            <a:picLocks noChangeAspect="1"/>
          </p:cNvPicPr>
          <p:nvPr/>
        </p:nvPicPr>
        <p:blipFill>
          <a:blip r:embed="rId3"/>
          <a:stretch>
            <a:fillRect/>
          </a:stretch>
        </p:blipFill>
        <p:spPr>
          <a:xfrm>
            <a:off x="0" y="1796880"/>
            <a:ext cx="9144000" cy="3818993"/>
          </a:xfrm>
          <a:prstGeom prst="rect">
            <a:avLst/>
          </a:prstGeom>
        </p:spPr>
      </p:pic>
    </p:spTree>
    <p:extLst>
      <p:ext uri="{BB962C8B-B14F-4D97-AF65-F5344CB8AC3E}">
        <p14:creationId xmlns:p14="http://schemas.microsoft.com/office/powerpoint/2010/main" val="274550400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11B57-9ABE-4113-78DE-61637D912372}"/>
            </a:ext>
          </a:extLst>
        </p:cNvPr>
        <p:cNvGrpSpPr/>
        <p:nvPr/>
      </p:nvGrpSpPr>
      <p:grpSpPr>
        <a:xfrm>
          <a:off x="0" y="0"/>
          <a:ext cx="0" cy="0"/>
          <a:chOff x="0" y="0"/>
          <a:chExt cx="0" cy="0"/>
        </a:xfrm>
      </p:grpSpPr>
      <p:sp>
        <p:nvSpPr>
          <p:cNvPr id="4098" name="object 5">
            <a:extLst>
              <a:ext uri="{FF2B5EF4-FFF2-40B4-BE49-F238E27FC236}">
                <a16:creationId xmlns:a16="http://schemas.microsoft.com/office/drawing/2014/main" id="{00232BE5-A91D-AC7D-BE13-CC4ADFDCF3D6}"/>
              </a:ext>
            </a:extLst>
          </p:cNvPr>
          <p:cNvSpPr>
            <a:spLocks/>
          </p:cNvSpPr>
          <p:nvPr/>
        </p:nvSpPr>
        <p:spPr bwMode="auto">
          <a:xfrm>
            <a:off x="303213" y="104775"/>
            <a:ext cx="8662987" cy="8128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5" name="TextBox 6">
            <a:extLst>
              <a:ext uri="{FF2B5EF4-FFF2-40B4-BE49-F238E27FC236}">
                <a16:creationId xmlns:a16="http://schemas.microsoft.com/office/drawing/2014/main" id="{F771900B-A43F-25D0-B18D-09B4B91ECB13}"/>
              </a:ext>
            </a:extLst>
          </p:cNvPr>
          <p:cNvSpPr txBox="1">
            <a:spLocks noChangeArrowheads="1"/>
          </p:cNvSpPr>
          <p:nvPr/>
        </p:nvSpPr>
        <p:spPr bwMode="auto">
          <a:xfrm>
            <a:off x="303212" y="1500048"/>
            <a:ext cx="8662987" cy="2117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4" tIns="44997" rIns="90004" bIns="44997">
            <a:spAutoFit/>
          </a:bodyPr>
          <a:lstStyle>
            <a:lvl1pPr>
              <a:spcAft>
                <a:spcPts val="1413"/>
              </a:spcAft>
              <a:buChar char="•"/>
              <a:defRPr sz="2400">
                <a:solidFill>
                  <a:srgbClr val="000000"/>
                </a:solidFill>
                <a:latin typeface="Times New Roman" pitchFamily="18" charset="0"/>
                <a:ea typeface="Microsoft YaHei" pitchFamily="34" charset="-122"/>
              </a:defRPr>
            </a:lvl1pPr>
            <a:lvl2pPr marL="742950" indent="-28575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r>
              <a:rPr lang="en-US"/>
              <a:t>get-user-profile A rule that prompts the user for their name, age, risk tolerance, investable capital, and time horizon. </a:t>
            </a:r>
          </a:p>
          <a:p>
            <a:r>
              <a:rPr lang="en-US"/>
              <a:t>infer-horizon-from-age If a user is unsure about the time horizon, this rule estimates it by subtracting their current age from 65 (to act like a retirement goal).</a:t>
            </a:r>
          </a:p>
        </p:txBody>
      </p:sp>
      <p:sp>
        <p:nvSpPr>
          <p:cNvPr id="4100" name="object 7">
            <a:extLst>
              <a:ext uri="{FF2B5EF4-FFF2-40B4-BE49-F238E27FC236}">
                <a16:creationId xmlns:a16="http://schemas.microsoft.com/office/drawing/2014/main" id="{EE48E7F5-8864-DC96-1CEE-94F24B6AB6B3}"/>
              </a:ext>
            </a:extLst>
          </p:cNvPr>
          <p:cNvSpPr txBox="1">
            <a:spLocks noChangeArrowheads="1"/>
          </p:cNvSpPr>
          <p:nvPr/>
        </p:nvSpPr>
        <p:spPr bwMode="auto">
          <a:xfrm>
            <a:off x="588963" y="238125"/>
            <a:ext cx="809148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1">
            <a:spAutoFit/>
          </a:bodyPr>
          <a:lstStyle>
            <a:lvl1pPr marL="11113">
              <a:spcAft>
                <a:spcPts val="1413"/>
              </a:spcAft>
              <a:buChar char="•"/>
              <a:defRPr sz="2400">
                <a:solidFill>
                  <a:srgbClr val="000000"/>
                </a:solidFill>
                <a:latin typeface="Times New Roman" pitchFamily="18" charset="0"/>
                <a:ea typeface="Microsoft YaHei" pitchFamily="34" charset="-122"/>
              </a:defRPr>
            </a:lvl1pPr>
            <a:lvl2pPr marL="6858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lgn="ctr" eaLnBrk="1">
              <a:spcAft>
                <a:spcPct val="0"/>
              </a:spcAft>
              <a:buFontTx/>
              <a:buNone/>
            </a:pPr>
            <a:r>
              <a:rPr lang="en-US" altLang="en-US" sz="3600">
                <a:solidFill>
                  <a:srgbClr val="FFFFFF"/>
                </a:solidFill>
                <a:latin typeface="Tahoma" pitchFamily="34" charset="0"/>
                <a:cs typeface="Tahoma" pitchFamily="34" charset="0"/>
              </a:rPr>
              <a:t>Rulebase (R) - Rules 1 &amp; 2</a:t>
            </a:r>
            <a:endParaRPr lang="en-US" altLang="en-US" sz="2800">
              <a:solidFill>
                <a:srgbClr val="FFFFFF"/>
              </a:solidFill>
              <a:latin typeface="Tahoma" pitchFamily="34" charset="0"/>
              <a:cs typeface="Tahoma" pitchFamily="34" charset="0"/>
            </a:endParaRPr>
          </a:p>
        </p:txBody>
      </p:sp>
    </p:spTree>
    <p:extLst>
      <p:ext uri="{BB962C8B-B14F-4D97-AF65-F5344CB8AC3E}">
        <p14:creationId xmlns:p14="http://schemas.microsoft.com/office/powerpoint/2010/main" val="1620475817"/>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FBFE2-D497-2FA9-1FA3-1BDB6324AADF}"/>
            </a:ext>
          </a:extLst>
        </p:cNvPr>
        <p:cNvGrpSpPr/>
        <p:nvPr/>
      </p:nvGrpSpPr>
      <p:grpSpPr>
        <a:xfrm>
          <a:off x="0" y="0"/>
          <a:ext cx="0" cy="0"/>
          <a:chOff x="0" y="0"/>
          <a:chExt cx="0" cy="0"/>
        </a:xfrm>
      </p:grpSpPr>
      <p:sp>
        <p:nvSpPr>
          <p:cNvPr id="4098" name="object 5">
            <a:extLst>
              <a:ext uri="{FF2B5EF4-FFF2-40B4-BE49-F238E27FC236}">
                <a16:creationId xmlns:a16="http://schemas.microsoft.com/office/drawing/2014/main" id="{D05A1BC6-69D8-654A-0309-BA4E14ABC24C}"/>
              </a:ext>
            </a:extLst>
          </p:cNvPr>
          <p:cNvSpPr>
            <a:spLocks/>
          </p:cNvSpPr>
          <p:nvPr/>
        </p:nvSpPr>
        <p:spPr bwMode="auto">
          <a:xfrm>
            <a:off x="303213" y="104775"/>
            <a:ext cx="8662987" cy="8128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5" name="TextBox 6">
            <a:extLst>
              <a:ext uri="{FF2B5EF4-FFF2-40B4-BE49-F238E27FC236}">
                <a16:creationId xmlns:a16="http://schemas.microsoft.com/office/drawing/2014/main" id="{CDED9309-566B-F063-5CDE-1F6E1EE9E173}"/>
              </a:ext>
            </a:extLst>
          </p:cNvPr>
          <p:cNvSpPr txBox="1">
            <a:spLocks noChangeArrowheads="1"/>
          </p:cNvSpPr>
          <p:nvPr/>
        </p:nvSpPr>
        <p:spPr bwMode="auto">
          <a:xfrm>
            <a:off x="240506" y="1050925"/>
            <a:ext cx="8662987" cy="4994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4" tIns="44997" rIns="90004" bIns="44997">
            <a:spAutoFit/>
          </a:bodyPr>
          <a:lstStyle>
            <a:lvl1pPr>
              <a:spcAft>
                <a:spcPts val="1413"/>
              </a:spcAft>
              <a:buChar char="•"/>
              <a:defRPr sz="2400">
                <a:solidFill>
                  <a:srgbClr val="000000"/>
                </a:solidFill>
                <a:latin typeface="Times New Roman" pitchFamily="18" charset="0"/>
                <a:ea typeface="Microsoft YaHei" pitchFamily="34" charset="-122"/>
              </a:defRPr>
            </a:lvl1pPr>
            <a:lvl2pPr marL="742950" indent="-28575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r>
              <a:rPr lang="en-US" sz="1600" b="1"/>
              <a:t>capital-preservation-strategy</a:t>
            </a:r>
            <a:r>
              <a:rPr lang="en-US" sz="1600"/>
              <a:t> Selects a 100% fixed-income/cash portfolio for low-risk profiles (under 5 years) or any investor with an horizon under 3 years. </a:t>
            </a:r>
            <a:r>
              <a:rPr lang="en-US" sz="1600" b="1"/>
              <a:t>Allocation</a:t>
            </a:r>
            <a:r>
              <a:rPr lang="en-US" sz="1600"/>
              <a:t>: 50% Gov Bonds / 30% GIC / 20% Cash | ~2.9% return. [Stanyer 2014; Thau 2010]</a:t>
            </a:r>
          </a:p>
          <a:p>
            <a:r>
              <a:rPr lang="en-US" sz="1600" b="1"/>
              <a:t>safe-mid-growth-strategy</a:t>
            </a:r>
            <a:r>
              <a:rPr lang="en-US" sz="1600"/>
              <a:t> Recommends a cautious equity allocation for low-risk investors with horizons over 5 years, or medium-risk investors with 3–5 year horizons. </a:t>
            </a:r>
            <a:r>
              <a:rPr lang="en-US" sz="1600" b="1"/>
              <a:t>Allocation</a:t>
            </a:r>
            <a:r>
              <a:rPr lang="en-US" sz="1600"/>
              <a:t>: 20% ETF / 35% Gov Bonds / 15% Corp Bonds / 20% GIC / 10% Cash | ~3.8% return. [Stanyer 2014; Fabozzi &amp; Markowitz 2011]</a:t>
            </a:r>
          </a:p>
          <a:p>
            <a:r>
              <a:rPr lang="en-US" sz="1600" b="1"/>
              <a:t>mid-growth-strategy</a:t>
            </a:r>
            <a:r>
              <a:rPr lang="en-US" sz="1600"/>
              <a:t> Recommends a balanced 50/50 split for medium-risk profiles (5–10 years) or high-risk investors with short timelines (3–5 years).  </a:t>
            </a:r>
            <a:r>
              <a:rPr lang="en-US" sz="1600" b="1"/>
              <a:t>Allocation</a:t>
            </a:r>
            <a:r>
              <a:rPr lang="en-US" sz="1600"/>
              <a:t>: 50% ETF / 30% Gov Bonds / 10% Corp Bonds / 10% Cash | ~5.0% return. [Stanyer 2014; Fabozzi &amp; Markowitz 2011; Thau 2010]</a:t>
            </a:r>
          </a:p>
          <a:p>
            <a:r>
              <a:rPr lang="en-US" sz="1600" b="1"/>
              <a:t>aggressive-mid-growth-strategy</a:t>
            </a:r>
            <a:r>
              <a:rPr lang="en-US" sz="1600"/>
              <a:t> Recommends strong equity and gold allocation for medium- risk investors with horizons over 10 years, or high-risk investors with 5–10 year timelines. </a:t>
            </a:r>
            <a:r>
              <a:rPr lang="en-US" sz="1600" b="1"/>
              <a:t>Allocation </a:t>
            </a:r>
            <a:r>
              <a:rPr lang="en-US" sz="1600"/>
              <a:t>60% Stocks / 20% ETF / 10% Corp Bonds / 10% Gold | ~7.5% return. [Stanyer 2014; Fabozzi &amp; Markowitz 2011]</a:t>
            </a:r>
          </a:p>
          <a:p>
            <a:r>
              <a:rPr lang="en-US" sz="1600" b="1"/>
              <a:t>aggressive-growth-strategy</a:t>
            </a:r>
            <a:r>
              <a:rPr lang="en-US" sz="1600"/>
              <a:t> Recommends maximum equity exposure for high-risk investors with horizons over 10 years. </a:t>
            </a:r>
            <a:r>
              <a:rPr lang="en-US" sz="1600" b="1"/>
              <a:t>Allocation </a:t>
            </a:r>
            <a:r>
              <a:rPr lang="en-US" sz="1600"/>
              <a:t>75% Stocks / 15% Emerging-Markets / 5% Gov Bonds / 5% Gold | ~8.5% return. [Stanyer 2014; Fabozzi &amp; Markowitz 2011]</a:t>
            </a:r>
          </a:p>
        </p:txBody>
      </p:sp>
      <p:sp>
        <p:nvSpPr>
          <p:cNvPr id="4100" name="object 7">
            <a:extLst>
              <a:ext uri="{FF2B5EF4-FFF2-40B4-BE49-F238E27FC236}">
                <a16:creationId xmlns:a16="http://schemas.microsoft.com/office/drawing/2014/main" id="{1588A69F-8D2F-10BF-AF32-C80708F85CF0}"/>
              </a:ext>
            </a:extLst>
          </p:cNvPr>
          <p:cNvSpPr txBox="1">
            <a:spLocks noChangeArrowheads="1"/>
          </p:cNvSpPr>
          <p:nvPr/>
        </p:nvSpPr>
        <p:spPr bwMode="auto">
          <a:xfrm>
            <a:off x="588963" y="238125"/>
            <a:ext cx="809148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1">
            <a:spAutoFit/>
          </a:bodyPr>
          <a:lstStyle>
            <a:lvl1pPr marL="11113">
              <a:spcAft>
                <a:spcPts val="1413"/>
              </a:spcAft>
              <a:buChar char="•"/>
              <a:defRPr sz="2400">
                <a:solidFill>
                  <a:srgbClr val="000000"/>
                </a:solidFill>
                <a:latin typeface="Times New Roman" pitchFamily="18" charset="0"/>
                <a:ea typeface="Microsoft YaHei" pitchFamily="34" charset="-122"/>
              </a:defRPr>
            </a:lvl1pPr>
            <a:lvl2pPr marL="6858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lgn="ctr" eaLnBrk="1">
              <a:spcAft>
                <a:spcPct val="0"/>
              </a:spcAft>
              <a:buFontTx/>
              <a:buNone/>
            </a:pPr>
            <a:r>
              <a:rPr lang="en-US" altLang="en-US" sz="3600">
                <a:solidFill>
                  <a:srgbClr val="FFFFFF"/>
                </a:solidFill>
                <a:latin typeface="Tahoma" pitchFamily="34" charset="0"/>
                <a:cs typeface="Tahoma" pitchFamily="34" charset="0"/>
              </a:rPr>
              <a:t>Rulebase (R) - Rules 3 to 7</a:t>
            </a:r>
            <a:endParaRPr lang="en-US" altLang="en-US" sz="2800">
              <a:solidFill>
                <a:srgbClr val="FFFFFF"/>
              </a:solidFill>
              <a:latin typeface="Tahoma" pitchFamily="34" charset="0"/>
              <a:cs typeface="Tahoma" pitchFamily="34" charset="0"/>
            </a:endParaRPr>
          </a:p>
        </p:txBody>
      </p:sp>
    </p:spTree>
    <p:extLst>
      <p:ext uri="{BB962C8B-B14F-4D97-AF65-F5344CB8AC3E}">
        <p14:creationId xmlns:p14="http://schemas.microsoft.com/office/powerpoint/2010/main" val="363976698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C8A76-D806-FF56-07C6-80F7E3737B83}"/>
            </a:ext>
          </a:extLst>
        </p:cNvPr>
        <p:cNvGrpSpPr/>
        <p:nvPr/>
      </p:nvGrpSpPr>
      <p:grpSpPr>
        <a:xfrm>
          <a:off x="0" y="0"/>
          <a:ext cx="0" cy="0"/>
          <a:chOff x="0" y="0"/>
          <a:chExt cx="0" cy="0"/>
        </a:xfrm>
      </p:grpSpPr>
      <p:sp>
        <p:nvSpPr>
          <p:cNvPr id="4098" name="object 5">
            <a:extLst>
              <a:ext uri="{FF2B5EF4-FFF2-40B4-BE49-F238E27FC236}">
                <a16:creationId xmlns:a16="http://schemas.microsoft.com/office/drawing/2014/main" id="{5F82CA00-2D43-945B-E83C-7B49C240ECE4}"/>
              </a:ext>
            </a:extLst>
          </p:cNvPr>
          <p:cNvSpPr>
            <a:spLocks/>
          </p:cNvSpPr>
          <p:nvPr/>
        </p:nvSpPr>
        <p:spPr bwMode="auto">
          <a:xfrm>
            <a:off x="303213" y="104775"/>
            <a:ext cx="8662987" cy="8128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4100" name="object 7">
            <a:extLst>
              <a:ext uri="{FF2B5EF4-FFF2-40B4-BE49-F238E27FC236}">
                <a16:creationId xmlns:a16="http://schemas.microsoft.com/office/drawing/2014/main" id="{63598B45-9743-0C17-56E3-F9990790BA54}"/>
              </a:ext>
            </a:extLst>
          </p:cNvPr>
          <p:cNvSpPr txBox="1">
            <a:spLocks noChangeArrowheads="1"/>
          </p:cNvSpPr>
          <p:nvPr/>
        </p:nvSpPr>
        <p:spPr bwMode="auto">
          <a:xfrm>
            <a:off x="588963" y="238125"/>
            <a:ext cx="809148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1">
            <a:spAutoFit/>
          </a:bodyPr>
          <a:lstStyle>
            <a:lvl1pPr marL="11113">
              <a:spcAft>
                <a:spcPts val="1413"/>
              </a:spcAft>
              <a:buChar char="•"/>
              <a:defRPr sz="2400">
                <a:solidFill>
                  <a:srgbClr val="000000"/>
                </a:solidFill>
                <a:latin typeface="Times New Roman" pitchFamily="18" charset="0"/>
                <a:ea typeface="Microsoft YaHei" pitchFamily="34" charset="-122"/>
              </a:defRPr>
            </a:lvl1pPr>
            <a:lvl2pPr marL="6858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lgn="ctr" eaLnBrk="1">
              <a:spcAft>
                <a:spcPct val="0"/>
              </a:spcAft>
              <a:buFontTx/>
              <a:buNone/>
            </a:pPr>
            <a:r>
              <a:rPr lang="en-US" altLang="en-US" sz="3600">
                <a:solidFill>
                  <a:srgbClr val="FFFFFF"/>
                </a:solidFill>
                <a:latin typeface="Tahoma" pitchFamily="34" charset="0"/>
                <a:cs typeface="Tahoma" pitchFamily="34" charset="0"/>
              </a:rPr>
              <a:t>Rulebase (R) - Visual representation</a:t>
            </a:r>
            <a:endParaRPr lang="en-US" altLang="en-US" sz="2800">
              <a:solidFill>
                <a:srgbClr val="FFFFFF"/>
              </a:solidFill>
              <a:latin typeface="Tahoma" pitchFamily="34" charset="0"/>
              <a:cs typeface="Tahoma" pitchFamily="34" charset="0"/>
            </a:endParaRPr>
          </a:p>
        </p:txBody>
      </p:sp>
      <p:pic>
        <p:nvPicPr>
          <p:cNvPr id="3" name="Picture 2">
            <a:extLst>
              <a:ext uri="{FF2B5EF4-FFF2-40B4-BE49-F238E27FC236}">
                <a16:creationId xmlns:a16="http://schemas.microsoft.com/office/drawing/2014/main" id="{612E18E7-8E8D-6EBF-FEA2-0809B22145A5}"/>
              </a:ext>
            </a:extLst>
          </p:cNvPr>
          <p:cNvPicPr>
            <a:picLocks noChangeAspect="1"/>
          </p:cNvPicPr>
          <p:nvPr/>
        </p:nvPicPr>
        <p:blipFill>
          <a:blip r:embed="rId3"/>
          <a:stretch>
            <a:fillRect/>
          </a:stretch>
        </p:blipFill>
        <p:spPr>
          <a:xfrm>
            <a:off x="0" y="969276"/>
            <a:ext cx="7307108" cy="5888724"/>
          </a:xfrm>
          <a:prstGeom prst="rect">
            <a:avLst/>
          </a:prstGeom>
        </p:spPr>
      </p:pic>
    </p:spTree>
    <p:extLst>
      <p:ext uri="{BB962C8B-B14F-4D97-AF65-F5344CB8AC3E}">
        <p14:creationId xmlns:p14="http://schemas.microsoft.com/office/powerpoint/2010/main" val="4195938388"/>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B1A9A-1C9C-F2BC-7FC7-254B769DA23D}"/>
            </a:ext>
          </a:extLst>
        </p:cNvPr>
        <p:cNvGrpSpPr/>
        <p:nvPr/>
      </p:nvGrpSpPr>
      <p:grpSpPr>
        <a:xfrm>
          <a:off x="0" y="0"/>
          <a:ext cx="0" cy="0"/>
          <a:chOff x="0" y="0"/>
          <a:chExt cx="0" cy="0"/>
        </a:xfrm>
      </p:grpSpPr>
      <p:sp>
        <p:nvSpPr>
          <p:cNvPr id="4098" name="object 5">
            <a:extLst>
              <a:ext uri="{FF2B5EF4-FFF2-40B4-BE49-F238E27FC236}">
                <a16:creationId xmlns:a16="http://schemas.microsoft.com/office/drawing/2014/main" id="{8EA04920-3EFE-0D2E-073A-0CCBC996D9C6}"/>
              </a:ext>
            </a:extLst>
          </p:cNvPr>
          <p:cNvSpPr>
            <a:spLocks/>
          </p:cNvSpPr>
          <p:nvPr/>
        </p:nvSpPr>
        <p:spPr bwMode="auto">
          <a:xfrm>
            <a:off x="303213" y="104775"/>
            <a:ext cx="8662987" cy="8128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5" name="TextBox 6">
            <a:extLst>
              <a:ext uri="{FF2B5EF4-FFF2-40B4-BE49-F238E27FC236}">
                <a16:creationId xmlns:a16="http://schemas.microsoft.com/office/drawing/2014/main" id="{579B7617-CA31-4A9A-68A8-5BD1CA546556}"/>
              </a:ext>
            </a:extLst>
          </p:cNvPr>
          <p:cNvSpPr txBox="1">
            <a:spLocks noChangeArrowheads="1"/>
          </p:cNvSpPr>
          <p:nvPr/>
        </p:nvSpPr>
        <p:spPr bwMode="auto">
          <a:xfrm>
            <a:off x="303212" y="1500048"/>
            <a:ext cx="8662987" cy="3579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4" tIns="44997" rIns="90004" bIns="44997">
            <a:spAutoFit/>
          </a:bodyPr>
          <a:lstStyle>
            <a:lvl1pPr>
              <a:spcAft>
                <a:spcPts val="1413"/>
              </a:spcAft>
              <a:buChar char="•"/>
              <a:defRPr sz="2400">
                <a:solidFill>
                  <a:srgbClr val="000000"/>
                </a:solidFill>
                <a:latin typeface="Times New Roman" pitchFamily="18" charset="0"/>
                <a:ea typeface="Microsoft YaHei" pitchFamily="34" charset="-122"/>
              </a:defRPr>
            </a:lvl1pPr>
            <a:lvl2pPr marL="742950" indent="-28575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r>
              <a:rPr lang="en-US" sz="1800"/>
              <a:t>check-min-capital Warns users with under $1,000 that funds are insufficient to invest, advising HISA or GIC accounts instead.</a:t>
            </a:r>
          </a:p>
          <a:p>
            <a:r>
              <a:rPr lang="en-US" sz="1800"/>
              <a:t>emergency-fund-check Advises users with under $6,000 to create an emergency fund before committing to investing.</a:t>
            </a:r>
          </a:p>
          <a:p>
            <a:r>
              <a:rPr lang="en-US" sz="1800"/>
              <a:t>high-net-worth-hedge Recommends a gold to hedge against inflation when portfolios are over 1 million dollars.</a:t>
            </a:r>
          </a:p>
          <a:p>
            <a:r>
              <a:rPr lang="en-US" sz="1800"/>
              <a:t>approaching-withdrawal-shift Advises investors 3–10 years away from withdrawal to shift stocks and ETFs allocations to bonds or GICs.</a:t>
            </a:r>
          </a:p>
          <a:p>
            <a:r>
              <a:rPr lang="en-US" sz="1800"/>
              <a:t>inflation-risk-warning Alerts conservative investors that a long-term investment into low-return assets may lose real value to inflation.</a:t>
            </a:r>
          </a:p>
        </p:txBody>
      </p:sp>
      <p:sp>
        <p:nvSpPr>
          <p:cNvPr id="4100" name="object 7">
            <a:extLst>
              <a:ext uri="{FF2B5EF4-FFF2-40B4-BE49-F238E27FC236}">
                <a16:creationId xmlns:a16="http://schemas.microsoft.com/office/drawing/2014/main" id="{A2AE249A-60DC-63D7-C62E-75D7D4E8CF76}"/>
              </a:ext>
            </a:extLst>
          </p:cNvPr>
          <p:cNvSpPr txBox="1">
            <a:spLocks noChangeArrowheads="1"/>
          </p:cNvSpPr>
          <p:nvPr/>
        </p:nvSpPr>
        <p:spPr bwMode="auto">
          <a:xfrm>
            <a:off x="588963" y="238125"/>
            <a:ext cx="809148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1">
            <a:spAutoFit/>
          </a:bodyPr>
          <a:lstStyle>
            <a:lvl1pPr marL="11113">
              <a:spcAft>
                <a:spcPts val="1413"/>
              </a:spcAft>
              <a:buChar char="•"/>
              <a:defRPr sz="2400">
                <a:solidFill>
                  <a:srgbClr val="000000"/>
                </a:solidFill>
                <a:latin typeface="Times New Roman" pitchFamily="18" charset="0"/>
                <a:ea typeface="Microsoft YaHei" pitchFamily="34" charset="-122"/>
              </a:defRPr>
            </a:lvl1pPr>
            <a:lvl2pPr marL="6858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lgn="ctr" eaLnBrk="1">
              <a:spcAft>
                <a:spcPct val="0"/>
              </a:spcAft>
              <a:buFontTx/>
              <a:buNone/>
            </a:pPr>
            <a:r>
              <a:rPr lang="en-US" altLang="en-US" sz="3600">
                <a:solidFill>
                  <a:srgbClr val="FFFFFF"/>
                </a:solidFill>
                <a:latin typeface="Tahoma" pitchFamily="34" charset="0"/>
                <a:cs typeface="Tahoma" pitchFamily="34" charset="0"/>
              </a:rPr>
              <a:t>Rulebase (R) - Rules 8 to 12</a:t>
            </a:r>
            <a:endParaRPr lang="en-US" altLang="en-US" sz="2800">
              <a:solidFill>
                <a:srgbClr val="FFFFFF"/>
              </a:solidFill>
              <a:latin typeface="Tahoma" pitchFamily="34" charset="0"/>
              <a:cs typeface="Tahoma" pitchFamily="34" charset="0"/>
            </a:endParaRPr>
          </a:p>
        </p:txBody>
      </p:sp>
    </p:spTree>
    <p:extLst>
      <p:ext uri="{BB962C8B-B14F-4D97-AF65-F5344CB8AC3E}">
        <p14:creationId xmlns:p14="http://schemas.microsoft.com/office/powerpoint/2010/main" val="300558634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DE856-0D2C-6A06-FE2B-0D498FF4DC3A}"/>
            </a:ext>
          </a:extLst>
        </p:cNvPr>
        <p:cNvGrpSpPr/>
        <p:nvPr/>
      </p:nvGrpSpPr>
      <p:grpSpPr>
        <a:xfrm>
          <a:off x="0" y="0"/>
          <a:ext cx="0" cy="0"/>
          <a:chOff x="0" y="0"/>
          <a:chExt cx="0" cy="0"/>
        </a:xfrm>
      </p:grpSpPr>
      <p:sp>
        <p:nvSpPr>
          <p:cNvPr id="4098" name="object 5">
            <a:extLst>
              <a:ext uri="{FF2B5EF4-FFF2-40B4-BE49-F238E27FC236}">
                <a16:creationId xmlns:a16="http://schemas.microsoft.com/office/drawing/2014/main" id="{7615A7C8-E061-41D0-2359-244BE7659669}"/>
              </a:ext>
            </a:extLst>
          </p:cNvPr>
          <p:cNvSpPr>
            <a:spLocks/>
          </p:cNvSpPr>
          <p:nvPr/>
        </p:nvSpPr>
        <p:spPr bwMode="auto">
          <a:xfrm>
            <a:off x="303213" y="104775"/>
            <a:ext cx="8662987" cy="8128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5" name="TextBox 6">
            <a:extLst>
              <a:ext uri="{FF2B5EF4-FFF2-40B4-BE49-F238E27FC236}">
                <a16:creationId xmlns:a16="http://schemas.microsoft.com/office/drawing/2014/main" id="{565B13F4-FD48-A6FF-F50C-AC1CC2B36170}"/>
              </a:ext>
            </a:extLst>
          </p:cNvPr>
          <p:cNvSpPr txBox="1">
            <a:spLocks noChangeArrowheads="1"/>
          </p:cNvSpPr>
          <p:nvPr/>
        </p:nvSpPr>
        <p:spPr bwMode="auto">
          <a:xfrm>
            <a:off x="303212" y="1500048"/>
            <a:ext cx="8662987" cy="1655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4" tIns="44997" rIns="90004" bIns="44997">
            <a:spAutoFit/>
          </a:bodyPr>
          <a:lstStyle>
            <a:lvl1pPr>
              <a:spcAft>
                <a:spcPts val="1413"/>
              </a:spcAft>
              <a:buChar char="•"/>
              <a:defRPr sz="2400">
                <a:solidFill>
                  <a:srgbClr val="000000"/>
                </a:solidFill>
                <a:latin typeface="Times New Roman" pitchFamily="18" charset="0"/>
                <a:ea typeface="Microsoft YaHei" pitchFamily="34" charset="-122"/>
              </a:defRPr>
            </a:lvl1pPr>
            <a:lvl2pPr marL="742950" indent="-28575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r>
              <a:rPr lang="en-US" sz="1800"/>
              <a:t>investment-horizon (4 rules) Converts the value of time horizon to qualitative explanations (Short, Medium, Long, Very Long) for the user. </a:t>
            </a:r>
          </a:p>
          <a:p>
            <a:r>
              <a:rPr lang="en-US" sz="1800"/>
              <a:t>explain-asset-classes (10 rules) Ten rules that provide information (risk level, return, literature explanation) for each asset class (refer to the 10 facts table in the earlier slide). The rule only appears if the asset is listed in the final recommendation. </a:t>
            </a:r>
          </a:p>
        </p:txBody>
      </p:sp>
      <p:sp>
        <p:nvSpPr>
          <p:cNvPr id="4100" name="object 7">
            <a:extLst>
              <a:ext uri="{FF2B5EF4-FFF2-40B4-BE49-F238E27FC236}">
                <a16:creationId xmlns:a16="http://schemas.microsoft.com/office/drawing/2014/main" id="{909052D5-8458-9403-8566-DAD8855E8C89}"/>
              </a:ext>
            </a:extLst>
          </p:cNvPr>
          <p:cNvSpPr txBox="1">
            <a:spLocks noChangeArrowheads="1"/>
          </p:cNvSpPr>
          <p:nvPr/>
        </p:nvSpPr>
        <p:spPr bwMode="auto">
          <a:xfrm>
            <a:off x="588963" y="238125"/>
            <a:ext cx="809148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1">
            <a:spAutoFit/>
          </a:bodyPr>
          <a:lstStyle>
            <a:lvl1pPr marL="11113">
              <a:spcAft>
                <a:spcPts val="1413"/>
              </a:spcAft>
              <a:buChar char="•"/>
              <a:defRPr sz="2400">
                <a:solidFill>
                  <a:srgbClr val="000000"/>
                </a:solidFill>
                <a:latin typeface="Times New Roman" pitchFamily="18" charset="0"/>
                <a:ea typeface="Microsoft YaHei" pitchFamily="34" charset="-122"/>
              </a:defRPr>
            </a:lvl1pPr>
            <a:lvl2pPr marL="6858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lgn="ctr" eaLnBrk="1">
              <a:spcAft>
                <a:spcPct val="0"/>
              </a:spcAft>
              <a:buFontTx/>
              <a:buNone/>
            </a:pPr>
            <a:r>
              <a:rPr lang="en-US" altLang="en-US" sz="3600">
                <a:solidFill>
                  <a:srgbClr val="FFFFFF"/>
                </a:solidFill>
                <a:latin typeface="Tahoma" pitchFamily="34" charset="0"/>
                <a:cs typeface="Tahoma" pitchFamily="34" charset="0"/>
              </a:rPr>
              <a:t>Rulebase (R) - Rules 13 to 26</a:t>
            </a:r>
            <a:endParaRPr lang="en-US" altLang="en-US" sz="2800">
              <a:solidFill>
                <a:srgbClr val="FFFFFF"/>
              </a:solidFill>
              <a:latin typeface="Tahoma" pitchFamily="34" charset="0"/>
              <a:cs typeface="Tahoma" pitchFamily="34" charset="0"/>
            </a:endParaRPr>
          </a:p>
        </p:txBody>
      </p:sp>
    </p:spTree>
    <p:extLst>
      <p:ext uri="{BB962C8B-B14F-4D97-AF65-F5344CB8AC3E}">
        <p14:creationId xmlns:p14="http://schemas.microsoft.com/office/powerpoint/2010/main" val="19240135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04E31-672A-CF6C-49BC-569D444D6B74}"/>
            </a:ext>
          </a:extLst>
        </p:cNvPr>
        <p:cNvGrpSpPr/>
        <p:nvPr/>
      </p:nvGrpSpPr>
      <p:grpSpPr>
        <a:xfrm>
          <a:off x="0" y="0"/>
          <a:ext cx="0" cy="0"/>
          <a:chOff x="0" y="0"/>
          <a:chExt cx="0" cy="0"/>
        </a:xfrm>
      </p:grpSpPr>
      <p:sp>
        <p:nvSpPr>
          <p:cNvPr id="4098" name="object 5">
            <a:extLst>
              <a:ext uri="{FF2B5EF4-FFF2-40B4-BE49-F238E27FC236}">
                <a16:creationId xmlns:a16="http://schemas.microsoft.com/office/drawing/2014/main" id="{F62233FB-ECB2-AA00-A9AE-FAF647F77487}"/>
              </a:ext>
            </a:extLst>
          </p:cNvPr>
          <p:cNvSpPr>
            <a:spLocks/>
          </p:cNvSpPr>
          <p:nvPr/>
        </p:nvSpPr>
        <p:spPr bwMode="auto">
          <a:xfrm>
            <a:off x="303213" y="104775"/>
            <a:ext cx="8662987" cy="8128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5" name="TextBox 6">
            <a:extLst>
              <a:ext uri="{FF2B5EF4-FFF2-40B4-BE49-F238E27FC236}">
                <a16:creationId xmlns:a16="http://schemas.microsoft.com/office/drawing/2014/main" id="{3604975D-D29A-822C-BDAB-653BB8E05E93}"/>
              </a:ext>
            </a:extLst>
          </p:cNvPr>
          <p:cNvSpPr txBox="1">
            <a:spLocks noChangeArrowheads="1"/>
          </p:cNvSpPr>
          <p:nvPr/>
        </p:nvSpPr>
        <p:spPr bwMode="auto">
          <a:xfrm>
            <a:off x="303212" y="1500048"/>
            <a:ext cx="8662987" cy="644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4" tIns="44997" rIns="90004" bIns="44997">
            <a:spAutoFit/>
          </a:bodyPr>
          <a:lstStyle>
            <a:lvl1pPr>
              <a:spcAft>
                <a:spcPts val="1413"/>
              </a:spcAft>
              <a:buChar char="•"/>
              <a:defRPr sz="2400">
                <a:solidFill>
                  <a:srgbClr val="000000"/>
                </a:solidFill>
                <a:latin typeface="Times New Roman" pitchFamily="18" charset="0"/>
                <a:ea typeface="Microsoft YaHei" pitchFamily="34" charset="-122"/>
              </a:defRPr>
            </a:lvl1pPr>
            <a:lvl2pPr marL="742950" indent="-28575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r>
              <a:rPr lang="en-US" sz="1800"/>
              <a:t>print-recommendation Formats and prints the final generated strategy name and detailed allocation message to the console.</a:t>
            </a:r>
          </a:p>
        </p:txBody>
      </p:sp>
      <p:sp>
        <p:nvSpPr>
          <p:cNvPr id="4100" name="object 7">
            <a:extLst>
              <a:ext uri="{FF2B5EF4-FFF2-40B4-BE49-F238E27FC236}">
                <a16:creationId xmlns:a16="http://schemas.microsoft.com/office/drawing/2014/main" id="{899D19C3-47E2-003A-2587-BD36D4AF6E8F}"/>
              </a:ext>
            </a:extLst>
          </p:cNvPr>
          <p:cNvSpPr txBox="1">
            <a:spLocks noChangeArrowheads="1"/>
          </p:cNvSpPr>
          <p:nvPr/>
        </p:nvSpPr>
        <p:spPr bwMode="auto">
          <a:xfrm>
            <a:off x="588963" y="238125"/>
            <a:ext cx="809148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1">
            <a:spAutoFit/>
          </a:bodyPr>
          <a:lstStyle>
            <a:lvl1pPr marL="11113">
              <a:spcAft>
                <a:spcPts val="1413"/>
              </a:spcAft>
              <a:buChar char="•"/>
              <a:defRPr sz="2400">
                <a:solidFill>
                  <a:srgbClr val="000000"/>
                </a:solidFill>
                <a:latin typeface="Times New Roman" pitchFamily="18" charset="0"/>
                <a:ea typeface="Microsoft YaHei" pitchFamily="34" charset="-122"/>
              </a:defRPr>
            </a:lvl1pPr>
            <a:lvl2pPr marL="6858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lgn="ctr" eaLnBrk="1">
              <a:spcAft>
                <a:spcPct val="0"/>
              </a:spcAft>
              <a:buFontTx/>
              <a:buNone/>
            </a:pPr>
            <a:r>
              <a:rPr lang="en-US" altLang="en-US" sz="3600">
                <a:solidFill>
                  <a:srgbClr val="FFFFFF"/>
                </a:solidFill>
                <a:latin typeface="Tahoma" pitchFamily="34" charset="0"/>
                <a:cs typeface="Tahoma" pitchFamily="34" charset="0"/>
              </a:rPr>
              <a:t>Rulebase (R) - Rule 27</a:t>
            </a:r>
            <a:endParaRPr lang="en-US" altLang="en-US" sz="2800">
              <a:solidFill>
                <a:srgbClr val="FFFFFF"/>
              </a:solidFill>
              <a:latin typeface="Tahoma" pitchFamily="34" charset="0"/>
              <a:cs typeface="Tahoma" pitchFamily="34" charset="0"/>
            </a:endParaRPr>
          </a:p>
        </p:txBody>
      </p:sp>
    </p:spTree>
    <p:extLst>
      <p:ext uri="{BB962C8B-B14F-4D97-AF65-F5344CB8AC3E}">
        <p14:creationId xmlns:p14="http://schemas.microsoft.com/office/powerpoint/2010/main" val="416183462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BF22A-5977-6EBD-AA0F-13DF323B64D4}"/>
            </a:ext>
          </a:extLst>
        </p:cNvPr>
        <p:cNvGrpSpPr/>
        <p:nvPr/>
      </p:nvGrpSpPr>
      <p:grpSpPr>
        <a:xfrm>
          <a:off x="0" y="0"/>
          <a:ext cx="0" cy="0"/>
          <a:chOff x="0" y="0"/>
          <a:chExt cx="0" cy="0"/>
        </a:xfrm>
      </p:grpSpPr>
      <p:sp>
        <p:nvSpPr>
          <p:cNvPr id="4098" name="object 5">
            <a:extLst>
              <a:ext uri="{FF2B5EF4-FFF2-40B4-BE49-F238E27FC236}">
                <a16:creationId xmlns:a16="http://schemas.microsoft.com/office/drawing/2014/main" id="{3144CD8B-5751-11E2-1D75-9CEA0386B11B}"/>
              </a:ext>
            </a:extLst>
          </p:cNvPr>
          <p:cNvSpPr>
            <a:spLocks/>
          </p:cNvSpPr>
          <p:nvPr/>
        </p:nvSpPr>
        <p:spPr bwMode="auto">
          <a:xfrm>
            <a:off x="303213" y="104775"/>
            <a:ext cx="8662987" cy="8128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5" name="TextBox 6">
            <a:extLst>
              <a:ext uri="{FF2B5EF4-FFF2-40B4-BE49-F238E27FC236}">
                <a16:creationId xmlns:a16="http://schemas.microsoft.com/office/drawing/2014/main" id="{555931EB-E0DC-85DB-CE2A-55231DCB1FAB}"/>
              </a:ext>
            </a:extLst>
          </p:cNvPr>
          <p:cNvSpPr txBox="1">
            <a:spLocks noChangeArrowheads="1"/>
          </p:cNvSpPr>
          <p:nvPr/>
        </p:nvSpPr>
        <p:spPr bwMode="auto">
          <a:xfrm>
            <a:off x="303213" y="1135907"/>
            <a:ext cx="8662987" cy="824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4" tIns="44997" rIns="90004" bIns="44997">
            <a:spAutoFit/>
          </a:bodyPr>
          <a:lstStyle>
            <a:lvl1pPr>
              <a:spcAft>
                <a:spcPts val="1413"/>
              </a:spcAft>
              <a:buChar char="•"/>
              <a:defRPr sz="2400">
                <a:solidFill>
                  <a:srgbClr val="000000"/>
                </a:solidFill>
                <a:latin typeface="Times New Roman" pitchFamily="18" charset="0"/>
                <a:ea typeface="Microsoft YaHei" pitchFamily="34" charset="-122"/>
              </a:defRPr>
            </a:lvl1pPr>
            <a:lvl2pPr marL="742950" indent="-28575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r>
              <a:rPr lang="en-US" sz="1800"/>
              <a:t>The expert system (K) helps the user (U) towards planning a portfolio allocation (G)</a:t>
            </a:r>
          </a:p>
          <a:p>
            <a:r>
              <a:rPr lang="en-US" sz="1800"/>
              <a:t>The expert system has 27 rules and 10 facts</a:t>
            </a:r>
          </a:p>
        </p:txBody>
      </p:sp>
      <p:sp>
        <p:nvSpPr>
          <p:cNvPr id="4100" name="object 7">
            <a:extLst>
              <a:ext uri="{FF2B5EF4-FFF2-40B4-BE49-F238E27FC236}">
                <a16:creationId xmlns:a16="http://schemas.microsoft.com/office/drawing/2014/main" id="{0E58C29A-AF74-E106-80D1-403D0654D9F9}"/>
              </a:ext>
            </a:extLst>
          </p:cNvPr>
          <p:cNvSpPr txBox="1">
            <a:spLocks noChangeArrowheads="1"/>
          </p:cNvSpPr>
          <p:nvPr/>
        </p:nvSpPr>
        <p:spPr bwMode="auto">
          <a:xfrm>
            <a:off x="588963" y="238125"/>
            <a:ext cx="809148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1">
            <a:spAutoFit/>
          </a:bodyPr>
          <a:lstStyle>
            <a:lvl1pPr marL="11113">
              <a:spcAft>
                <a:spcPts val="1413"/>
              </a:spcAft>
              <a:buChar char="•"/>
              <a:defRPr sz="2400">
                <a:solidFill>
                  <a:srgbClr val="000000"/>
                </a:solidFill>
                <a:latin typeface="Times New Roman" pitchFamily="18" charset="0"/>
                <a:ea typeface="Microsoft YaHei" pitchFamily="34" charset="-122"/>
              </a:defRPr>
            </a:lvl1pPr>
            <a:lvl2pPr marL="6858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lgn="ctr" eaLnBrk="1">
              <a:spcAft>
                <a:spcPct val="0"/>
              </a:spcAft>
              <a:buFontTx/>
              <a:buNone/>
            </a:pPr>
            <a:r>
              <a:rPr lang="en-US" altLang="en-US" sz="2800">
                <a:solidFill>
                  <a:srgbClr val="FFFFFF"/>
                </a:solidFill>
                <a:latin typeface="Tahoma" pitchFamily="34" charset="0"/>
                <a:cs typeface="Tahoma" pitchFamily="34" charset="0"/>
              </a:rPr>
              <a:t>Combination K (F &amp; R) - Requirement</a:t>
            </a:r>
          </a:p>
        </p:txBody>
      </p:sp>
      <p:pic>
        <p:nvPicPr>
          <p:cNvPr id="8" name="Picture 7">
            <a:extLst>
              <a:ext uri="{FF2B5EF4-FFF2-40B4-BE49-F238E27FC236}">
                <a16:creationId xmlns:a16="http://schemas.microsoft.com/office/drawing/2014/main" id="{278CBE6D-11E1-C4E6-4333-609FCB0EA8CD}"/>
              </a:ext>
            </a:extLst>
          </p:cNvPr>
          <p:cNvPicPr>
            <a:picLocks noChangeAspect="1"/>
          </p:cNvPicPr>
          <p:nvPr/>
        </p:nvPicPr>
        <p:blipFill>
          <a:blip r:embed="rId3"/>
          <a:stretch>
            <a:fillRect/>
          </a:stretch>
        </p:blipFill>
        <p:spPr>
          <a:xfrm>
            <a:off x="0" y="2256592"/>
            <a:ext cx="9144000" cy="3704277"/>
          </a:xfrm>
          <a:prstGeom prst="rect">
            <a:avLst/>
          </a:prstGeom>
        </p:spPr>
      </p:pic>
    </p:spTree>
    <p:extLst>
      <p:ext uri="{BB962C8B-B14F-4D97-AF65-F5344CB8AC3E}">
        <p14:creationId xmlns:p14="http://schemas.microsoft.com/office/powerpoint/2010/main" val="891570301"/>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1DDEE-0004-367C-0DFB-5A7C0004A9A8}"/>
            </a:ext>
          </a:extLst>
        </p:cNvPr>
        <p:cNvGrpSpPr/>
        <p:nvPr/>
      </p:nvGrpSpPr>
      <p:grpSpPr>
        <a:xfrm>
          <a:off x="0" y="0"/>
          <a:ext cx="0" cy="0"/>
          <a:chOff x="0" y="0"/>
          <a:chExt cx="0" cy="0"/>
        </a:xfrm>
      </p:grpSpPr>
      <p:sp>
        <p:nvSpPr>
          <p:cNvPr id="4098" name="object 5">
            <a:extLst>
              <a:ext uri="{FF2B5EF4-FFF2-40B4-BE49-F238E27FC236}">
                <a16:creationId xmlns:a16="http://schemas.microsoft.com/office/drawing/2014/main" id="{D3A090D6-4820-4EE6-142C-6F9E2AC2F59A}"/>
              </a:ext>
            </a:extLst>
          </p:cNvPr>
          <p:cNvSpPr>
            <a:spLocks/>
          </p:cNvSpPr>
          <p:nvPr/>
        </p:nvSpPr>
        <p:spPr bwMode="auto">
          <a:xfrm>
            <a:off x="303213" y="104775"/>
            <a:ext cx="8662987" cy="8128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5" name="TextBox 6">
            <a:extLst>
              <a:ext uri="{FF2B5EF4-FFF2-40B4-BE49-F238E27FC236}">
                <a16:creationId xmlns:a16="http://schemas.microsoft.com/office/drawing/2014/main" id="{5801470F-8915-32A6-57AD-5F7DCDDE392B}"/>
              </a:ext>
            </a:extLst>
          </p:cNvPr>
          <p:cNvSpPr txBox="1">
            <a:spLocks noChangeArrowheads="1"/>
          </p:cNvSpPr>
          <p:nvPr/>
        </p:nvSpPr>
        <p:spPr bwMode="auto">
          <a:xfrm>
            <a:off x="303213" y="1135907"/>
            <a:ext cx="8662987" cy="824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4" tIns="44997" rIns="90004" bIns="44997">
            <a:spAutoFit/>
          </a:bodyPr>
          <a:lstStyle>
            <a:lvl1pPr>
              <a:spcAft>
                <a:spcPts val="1413"/>
              </a:spcAft>
              <a:buChar char="•"/>
              <a:defRPr sz="2400">
                <a:solidFill>
                  <a:srgbClr val="000000"/>
                </a:solidFill>
                <a:latin typeface="Times New Roman" pitchFamily="18" charset="0"/>
                <a:ea typeface="Microsoft YaHei" pitchFamily="34" charset="-122"/>
              </a:defRPr>
            </a:lvl1pPr>
            <a:lvl2pPr marL="742950" indent="-28575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r>
              <a:rPr lang="en-US" sz="1800"/>
              <a:t>The expert system uses proper naming scheme</a:t>
            </a:r>
          </a:p>
          <a:p>
            <a:r>
              <a:rPr lang="en-US" sz="1800"/>
              <a:t>I tried to balance granularity in my expert system (no rules too big nor too small)</a:t>
            </a:r>
          </a:p>
        </p:txBody>
      </p:sp>
      <p:sp>
        <p:nvSpPr>
          <p:cNvPr id="4100" name="object 7">
            <a:extLst>
              <a:ext uri="{FF2B5EF4-FFF2-40B4-BE49-F238E27FC236}">
                <a16:creationId xmlns:a16="http://schemas.microsoft.com/office/drawing/2014/main" id="{EA2D69AF-82F4-2142-3F3E-56E8DD037916}"/>
              </a:ext>
            </a:extLst>
          </p:cNvPr>
          <p:cNvSpPr txBox="1">
            <a:spLocks noChangeArrowheads="1"/>
          </p:cNvSpPr>
          <p:nvPr/>
        </p:nvSpPr>
        <p:spPr bwMode="auto">
          <a:xfrm>
            <a:off x="588963" y="238125"/>
            <a:ext cx="809148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1">
            <a:spAutoFit/>
          </a:bodyPr>
          <a:lstStyle>
            <a:lvl1pPr marL="11113">
              <a:spcAft>
                <a:spcPts val="1413"/>
              </a:spcAft>
              <a:buChar char="•"/>
              <a:defRPr sz="2400">
                <a:solidFill>
                  <a:srgbClr val="000000"/>
                </a:solidFill>
                <a:latin typeface="Times New Roman" pitchFamily="18" charset="0"/>
                <a:ea typeface="Microsoft YaHei" pitchFamily="34" charset="-122"/>
              </a:defRPr>
            </a:lvl1pPr>
            <a:lvl2pPr marL="6858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lgn="ctr" eaLnBrk="1">
              <a:spcAft>
                <a:spcPct val="0"/>
              </a:spcAft>
              <a:buFontTx/>
              <a:buNone/>
            </a:pPr>
            <a:r>
              <a:rPr lang="en-US" altLang="en-US" sz="2800">
                <a:solidFill>
                  <a:srgbClr val="FFFFFF"/>
                </a:solidFill>
                <a:latin typeface="Tahoma" pitchFamily="34" charset="0"/>
                <a:cs typeface="Tahoma" pitchFamily="34" charset="0"/>
              </a:rPr>
              <a:t>Combination K (F &amp; R) - Design</a:t>
            </a:r>
          </a:p>
        </p:txBody>
      </p:sp>
      <p:pic>
        <p:nvPicPr>
          <p:cNvPr id="3" name="Picture 2">
            <a:extLst>
              <a:ext uri="{FF2B5EF4-FFF2-40B4-BE49-F238E27FC236}">
                <a16:creationId xmlns:a16="http://schemas.microsoft.com/office/drawing/2014/main" id="{FB8581C0-08FF-4B3D-B4DE-7FC136C6E8B7}"/>
              </a:ext>
            </a:extLst>
          </p:cNvPr>
          <p:cNvPicPr>
            <a:picLocks noChangeAspect="1"/>
          </p:cNvPicPr>
          <p:nvPr/>
        </p:nvPicPr>
        <p:blipFill>
          <a:blip r:embed="rId3"/>
          <a:stretch>
            <a:fillRect/>
          </a:stretch>
        </p:blipFill>
        <p:spPr>
          <a:xfrm>
            <a:off x="0" y="2109457"/>
            <a:ext cx="9144000" cy="4014731"/>
          </a:xfrm>
          <a:prstGeom prst="rect">
            <a:avLst/>
          </a:prstGeom>
        </p:spPr>
      </p:pic>
    </p:spTree>
    <p:extLst>
      <p:ext uri="{BB962C8B-B14F-4D97-AF65-F5344CB8AC3E}">
        <p14:creationId xmlns:p14="http://schemas.microsoft.com/office/powerpoint/2010/main" val="308207227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BD463-C971-014C-0711-DB3110516614}"/>
            </a:ext>
          </a:extLst>
        </p:cNvPr>
        <p:cNvGrpSpPr/>
        <p:nvPr/>
      </p:nvGrpSpPr>
      <p:grpSpPr>
        <a:xfrm>
          <a:off x="0" y="0"/>
          <a:ext cx="0" cy="0"/>
          <a:chOff x="0" y="0"/>
          <a:chExt cx="0" cy="0"/>
        </a:xfrm>
      </p:grpSpPr>
      <p:sp>
        <p:nvSpPr>
          <p:cNvPr id="4098" name="object 5">
            <a:extLst>
              <a:ext uri="{FF2B5EF4-FFF2-40B4-BE49-F238E27FC236}">
                <a16:creationId xmlns:a16="http://schemas.microsoft.com/office/drawing/2014/main" id="{B5622832-8A67-EAFE-6E0A-EB1F3C15A740}"/>
              </a:ext>
            </a:extLst>
          </p:cNvPr>
          <p:cNvSpPr>
            <a:spLocks/>
          </p:cNvSpPr>
          <p:nvPr/>
        </p:nvSpPr>
        <p:spPr bwMode="auto">
          <a:xfrm>
            <a:off x="303213" y="104775"/>
            <a:ext cx="8662987" cy="8128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5" name="TextBox 6">
            <a:extLst>
              <a:ext uri="{FF2B5EF4-FFF2-40B4-BE49-F238E27FC236}">
                <a16:creationId xmlns:a16="http://schemas.microsoft.com/office/drawing/2014/main" id="{95B1AE71-642D-7C9F-8D0A-8D81D1DF9DC2}"/>
              </a:ext>
            </a:extLst>
          </p:cNvPr>
          <p:cNvSpPr txBox="1">
            <a:spLocks noChangeArrowheads="1"/>
          </p:cNvSpPr>
          <p:nvPr/>
        </p:nvSpPr>
        <p:spPr bwMode="auto">
          <a:xfrm>
            <a:off x="303212" y="1500048"/>
            <a:ext cx="8662987" cy="367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4" tIns="44997" rIns="90004" bIns="44997">
            <a:spAutoFit/>
          </a:bodyPr>
          <a:lstStyle>
            <a:lvl1pPr>
              <a:spcAft>
                <a:spcPts val="1413"/>
              </a:spcAft>
              <a:buChar char="•"/>
              <a:defRPr sz="2400">
                <a:solidFill>
                  <a:srgbClr val="000000"/>
                </a:solidFill>
                <a:latin typeface="Times New Roman" pitchFamily="18" charset="0"/>
                <a:ea typeface="Microsoft YaHei" pitchFamily="34" charset="-122"/>
              </a:defRPr>
            </a:lvl1pPr>
            <a:lvl2pPr marL="742950" indent="-28575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r>
              <a:rPr lang="en-US" sz="1800"/>
              <a:t>Files are separated between rules and facts</a:t>
            </a:r>
          </a:p>
        </p:txBody>
      </p:sp>
      <p:sp>
        <p:nvSpPr>
          <p:cNvPr id="4100" name="object 7">
            <a:extLst>
              <a:ext uri="{FF2B5EF4-FFF2-40B4-BE49-F238E27FC236}">
                <a16:creationId xmlns:a16="http://schemas.microsoft.com/office/drawing/2014/main" id="{45827FF9-613D-E3A0-E79B-F4890D9F9D50}"/>
              </a:ext>
            </a:extLst>
          </p:cNvPr>
          <p:cNvSpPr txBox="1">
            <a:spLocks noChangeArrowheads="1"/>
          </p:cNvSpPr>
          <p:nvPr/>
        </p:nvSpPr>
        <p:spPr bwMode="auto">
          <a:xfrm>
            <a:off x="388418" y="238125"/>
            <a:ext cx="852091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1">
            <a:spAutoFit/>
          </a:bodyPr>
          <a:lstStyle>
            <a:lvl1pPr marL="11113">
              <a:spcAft>
                <a:spcPts val="1413"/>
              </a:spcAft>
              <a:buChar char="•"/>
              <a:defRPr sz="2400">
                <a:solidFill>
                  <a:srgbClr val="000000"/>
                </a:solidFill>
                <a:latin typeface="Times New Roman" pitchFamily="18" charset="0"/>
                <a:ea typeface="Microsoft YaHei" pitchFamily="34" charset="-122"/>
              </a:defRPr>
            </a:lvl1pPr>
            <a:lvl2pPr marL="6858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lgn="ctr" eaLnBrk="1">
              <a:spcAft>
                <a:spcPct val="0"/>
              </a:spcAft>
              <a:buFontTx/>
              <a:buNone/>
            </a:pPr>
            <a:r>
              <a:rPr lang="en-US" altLang="en-US" sz="3600">
                <a:solidFill>
                  <a:srgbClr val="FFFFFF"/>
                </a:solidFill>
                <a:latin typeface="Tahoma" pitchFamily="34" charset="0"/>
                <a:cs typeface="Tahoma" pitchFamily="34" charset="0"/>
              </a:rPr>
              <a:t>Combination K (F &amp; R) - Implementation</a:t>
            </a:r>
          </a:p>
        </p:txBody>
      </p:sp>
      <p:pic>
        <p:nvPicPr>
          <p:cNvPr id="6" name="Picture 5">
            <a:extLst>
              <a:ext uri="{FF2B5EF4-FFF2-40B4-BE49-F238E27FC236}">
                <a16:creationId xmlns:a16="http://schemas.microsoft.com/office/drawing/2014/main" id="{7744012B-8F0C-3747-0BCF-B087F594A3B8}"/>
              </a:ext>
            </a:extLst>
          </p:cNvPr>
          <p:cNvPicPr>
            <a:picLocks noChangeAspect="1"/>
          </p:cNvPicPr>
          <p:nvPr/>
        </p:nvPicPr>
        <p:blipFill>
          <a:blip r:embed="rId3"/>
          <a:stretch>
            <a:fillRect/>
          </a:stretch>
        </p:blipFill>
        <p:spPr>
          <a:xfrm>
            <a:off x="0" y="2601453"/>
            <a:ext cx="9144000" cy="3483757"/>
          </a:xfrm>
          <a:prstGeom prst="rect">
            <a:avLst/>
          </a:prstGeom>
        </p:spPr>
      </p:pic>
    </p:spTree>
    <p:extLst>
      <p:ext uri="{BB962C8B-B14F-4D97-AF65-F5344CB8AC3E}">
        <p14:creationId xmlns:p14="http://schemas.microsoft.com/office/powerpoint/2010/main" val="2081983371"/>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F5EA2-1FFB-5587-47AD-00D295C55801}"/>
            </a:ext>
          </a:extLst>
        </p:cNvPr>
        <p:cNvGrpSpPr/>
        <p:nvPr/>
      </p:nvGrpSpPr>
      <p:grpSpPr>
        <a:xfrm>
          <a:off x="0" y="0"/>
          <a:ext cx="0" cy="0"/>
          <a:chOff x="0" y="0"/>
          <a:chExt cx="0" cy="0"/>
        </a:xfrm>
      </p:grpSpPr>
      <p:sp>
        <p:nvSpPr>
          <p:cNvPr id="4098" name="object 5">
            <a:extLst>
              <a:ext uri="{FF2B5EF4-FFF2-40B4-BE49-F238E27FC236}">
                <a16:creationId xmlns:a16="http://schemas.microsoft.com/office/drawing/2014/main" id="{C004C0BB-A31B-0B33-4D9F-EB56276F2E9B}"/>
              </a:ext>
            </a:extLst>
          </p:cNvPr>
          <p:cNvSpPr>
            <a:spLocks/>
          </p:cNvSpPr>
          <p:nvPr/>
        </p:nvSpPr>
        <p:spPr bwMode="auto">
          <a:xfrm>
            <a:off x="303213" y="104775"/>
            <a:ext cx="8662987" cy="8128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5" name="TextBox 6">
            <a:extLst>
              <a:ext uri="{FF2B5EF4-FFF2-40B4-BE49-F238E27FC236}">
                <a16:creationId xmlns:a16="http://schemas.microsoft.com/office/drawing/2014/main" id="{B793C93C-D9D5-EFBF-ABD5-E7E6383AABE4}"/>
              </a:ext>
            </a:extLst>
          </p:cNvPr>
          <p:cNvSpPr txBox="1">
            <a:spLocks noChangeArrowheads="1"/>
          </p:cNvSpPr>
          <p:nvPr/>
        </p:nvSpPr>
        <p:spPr bwMode="auto">
          <a:xfrm>
            <a:off x="194210" y="1127815"/>
            <a:ext cx="8771990" cy="1557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4" tIns="44997" rIns="90004" bIns="44997">
            <a:spAutoFit/>
          </a:bodyPr>
          <a:lstStyle>
            <a:lvl1pPr>
              <a:spcAft>
                <a:spcPts val="1413"/>
              </a:spcAft>
              <a:buChar char="•"/>
              <a:defRPr sz="2400">
                <a:solidFill>
                  <a:srgbClr val="000000"/>
                </a:solidFill>
                <a:latin typeface="Times New Roman" pitchFamily="18" charset="0"/>
                <a:ea typeface="Microsoft YaHei" pitchFamily="34" charset="-122"/>
              </a:defRPr>
            </a:lvl1pPr>
            <a:lvl2pPr marL="742950" indent="-28575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r>
              <a:rPr lang="en-US" sz="1800"/>
              <a:t>The 10 possible outcomes have been tested (combination of time horizon &amp; risk acceptance)</a:t>
            </a:r>
          </a:p>
          <a:p>
            <a:r>
              <a:rPr lang="en-US" sz="1800"/>
              <a:t>Edge cases (low funds, close to retirement, large portfolio) have custom advices</a:t>
            </a:r>
          </a:p>
          <a:p>
            <a:r>
              <a:rPr lang="en-US" sz="1800"/>
              <a:t>Since I'm doing Option A, I didn't have symmetric or asymmetric review, but i reviewed my work before submission</a:t>
            </a:r>
          </a:p>
        </p:txBody>
      </p:sp>
      <p:sp>
        <p:nvSpPr>
          <p:cNvPr id="4100" name="object 7">
            <a:extLst>
              <a:ext uri="{FF2B5EF4-FFF2-40B4-BE49-F238E27FC236}">
                <a16:creationId xmlns:a16="http://schemas.microsoft.com/office/drawing/2014/main" id="{2992BCBC-7864-EB86-8C9F-F40752CF7ECB}"/>
              </a:ext>
            </a:extLst>
          </p:cNvPr>
          <p:cNvSpPr txBox="1">
            <a:spLocks noChangeArrowheads="1"/>
          </p:cNvSpPr>
          <p:nvPr/>
        </p:nvSpPr>
        <p:spPr bwMode="auto">
          <a:xfrm>
            <a:off x="388418" y="238125"/>
            <a:ext cx="852091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1">
            <a:spAutoFit/>
          </a:bodyPr>
          <a:lstStyle>
            <a:lvl1pPr marL="11113">
              <a:spcAft>
                <a:spcPts val="1413"/>
              </a:spcAft>
              <a:buChar char="•"/>
              <a:defRPr sz="2400">
                <a:solidFill>
                  <a:srgbClr val="000000"/>
                </a:solidFill>
                <a:latin typeface="Times New Roman" pitchFamily="18" charset="0"/>
                <a:ea typeface="Microsoft YaHei" pitchFamily="34" charset="-122"/>
              </a:defRPr>
            </a:lvl1pPr>
            <a:lvl2pPr marL="6858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lgn="ctr" eaLnBrk="1">
              <a:spcAft>
                <a:spcPct val="0"/>
              </a:spcAft>
              <a:buFontTx/>
              <a:buNone/>
            </a:pPr>
            <a:r>
              <a:rPr lang="en-US" altLang="en-US" sz="3600">
                <a:solidFill>
                  <a:srgbClr val="FFFFFF"/>
                </a:solidFill>
                <a:latin typeface="Tahoma" pitchFamily="34" charset="0"/>
                <a:cs typeface="Tahoma" pitchFamily="34" charset="0"/>
              </a:rPr>
              <a:t>Combination K (F &amp; R) - Validation</a:t>
            </a:r>
          </a:p>
        </p:txBody>
      </p:sp>
      <p:pic>
        <p:nvPicPr>
          <p:cNvPr id="3" name="Picture 2">
            <a:extLst>
              <a:ext uri="{FF2B5EF4-FFF2-40B4-BE49-F238E27FC236}">
                <a16:creationId xmlns:a16="http://schemas.microsoft.com/office/drawing/2014/main" id="{48EA7B03-2C43-1042-2583-965BE6F14D8E}"/>
              </a:ext>
            </a:extLst>
          </p:cNvPr>
          <p:cNvPicPr>
            <a:picLocks noChangeAspect="1"/>
          </p:cNvPicPr>
          <p:nvPr/>
        </p:nvPicPr>
        <p:blipFill>
          <a:blip r:embed="rId3"/>
          <a:stretch>
            <a:fillRect/>
          </a:stretch>
        </p:blipFill>
        <p:spPr>
          <a:xfrm>
            <a:off x="-2030" y="2685756"/>
            <a:ext cx="9144000" cy="3065575"/>
          </a:xfrm>
          <a:prstGeom prst="rect">
            <a:avLst/>
          </a:prstGeom>
        </p:spPr>
      </p:pic>
    </p:spTree>
    <p:extLst>
      <p:ext uri="{BB962C8B-B14F-4D97-AF65-F5344CB8AC3E}">
        <p14:creationId xmlns:p14="http://schemas.microsoft.com/office/powerpoint/2010/main" val="428744632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9CCF5-6DA8-6EE9-F802-3361E5C5B39C}"/>
            </a:ext>
          </a:extLst>
        </p:cNvPr>
        <p:cNvGrpSpPr/>
        <p:nvPr/>
      </p:nvGrpSpPr>
      <p:grpSpPr>
        <a:xfrm>
          <a:off x="0" y="0"/>
          <a:ext cx="0" cy="0"/>
          <a:chOff x="0" y="0"/>
          <a:chExt cx="0" cy="0"/>
        </a:xfrm>
      </p:grpSpPr>
      <p:sp>
        <p:nvSpPr>
          <p:cNvPr id="4098" name="object 5">
            <a:extLst>
              <a:ext uri="{FF2B5EF4-FFF2-40B4-BE49-F238E27FC236}">
                <a16:creationId xmlns:a16="http://schemas.microsoft.com/office/drawing/2014/main" id="{960FC3E0-4E6A-CBEA-AAEC-7F7D295CC277}"/>
              </a:ext>
            </a:extLst>
          </p:cNvPr>
          <p:cNvSpPr>
            <a:spLocks/>
          </p:cNvSpPr>
          <p:nvPr/>
        </p:nvSpPr>
        <p:spPr bwMode="auto">
          <a:xfrm>
            <a:off x="303213" y="104775"/>
            <a:ext cx="8662987" cy="8128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5" name="TextBox 6">
            <a:extLst>
              <a:ext uri="{FF2B5EF4-FFF2-40B4-BE49-F238E27FC236}">
                <a16:creationId xmlns:a16="http://schemas.microsoft.com/office/drawing/2014/main" id="{6A1D22C8-F56C-CDE3-DD00-04DE9F2E9617}"/>
              </a:ext>
            </a:extLst>
          </p:cNvPr>
          <p:cNvSpPr txBox="1">
            <a:spLocks noChangeArrowheads="1"/>
          </p:cNvSpPr>
          <p:nvPr/>
        </p:nvSpPr>
        <p:spPr bwMode="auto">
          <a:xfrm>
            <a:off x="303212" y="925513"/>
            <a:ext cx="8662987" cy="1198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4" tIns="44997" rIns="90004" bIns="44997">
            <a:spAutoFit/>
          </a:bodyPr>
          <a:lstStyle>
            <a:lvl1pPr>
              <a:spcAft>
                <a:spcPts val="1413"/>
              </a:spcAft>
              <a:buChar char="•"/>
              <a:defRPr sz="2400">
                <a:solidFill>
                  <a:srgbClr val="000000"/>
                </a:solidFill>
                <a:latin typeface="Times New Roman" pitchFamily="18" charset="0"/>
                <a:ea typeface="Microsoft YaHei" pitchFamily="34" charset="-122"/>
              </a:defRPr>
            </a:lvl1pPr>
            <a:lvl2pPr marL="742950" indent="-28575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r>
              <a:rPr lang="en-US"/>
              <a:t>To make sure my assignment is fairly transparent, here is my generative AI disclosure for the prompts used in the making of this assignment and report.</a:t>
            </a:r>
            <a:endParaRPr lang="fr-CA"/>
          </a:p>
        </p:txBody>
      </p:sp>
      <p:sp>
        <p:nvSpPr>
          <p:cNvPr id="4100" name="object 7">
            <a:extLst>
              <a:ext uri="{FF2B5EF4-FFF2-40B4-BE49-F238E27FC236}">
                <a16:creationId xmlns:a16="http://schemas.microsoft.com/office/drawing/2014/main" id="{03DB2169-F675-5FFD-A8FB-A4E95954617D}"/>
              </a:ext>
            </a:extLst>
          </p:cNvPr>
          <p:cNvSpPr txBox="1">
            <a:spLocks noChangeArrowheads="1"/>
          </p:cNvSpPr>
          <p:nvPr/>
        </p:nvSpPr>
        <p:spPr bwMode="auto">
          <a:xfrm>
            <a:off x="588963" y="238125"/>
            <a:ext cx="809148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1">
            <a:spAutoFit/>
          </a:bodyPr>
          <a:lstStyle>
            <a:lvl1pPr marL="11113">
              <a:spcAft>
                <a:spcPts val="1413"/>
              </a:spcAft>
              <a:buChar char="•"/>
              <a:defRPr sz="2400">
                <a:solidFill>
                  <a:srgbClr val="000000"/>
                </a:solidFill>
                <a:latin typeface="Times New Roman" pitchFamily="18" charset="0"/>
                <a:ea typeface="Microsoft YaHei" pitchFamily="34" charset="-122"/>
              </a:defRPr>
            </a:lvl1pPr>
            <a:lvl2pPr marL="6858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lgn="ctr" eaLnBrk="1">
              <a:spcAft>
                <a:spcPct val="0"/>
              </a:spcAft>
              <a:buFontTx/>
              <a:buNone/>
            </a:pPr>
            <a:r>
              <a:rPr lang="en-US" altLang="en-US" sz="3600">
                <a:solidFill>
                  <a:srgbClr val="FFFFFF"/>
                </a:solidFill>
                <a:latin typeface="Tahoma" pitchFamily="34" charset="0"/>
                <a:cs typeface="Tahoma" pitchFamily="34" charset="0"/>
              </a:rPr>
              <a:t>Generative AI Tool Disclosure</a:t>
            </a:r>
            <a:endParaRPr lang="en-US" altLang="en-US" sz="2800">
              <a:solidFill>
                <a:srgbClr val="FFFFFF"/>
              </a:solidFill>
              <a:latin typeface="Tahoma" pitchFamily="34" charset="0"/>
              <a:cs typeface="Tahoma" pitchFamily="34" charset="0"/>
            </a:endParaRPr>
          </a:p>
        </p:txBody>
      </p:sp>
      <p:pic>
        <p:nvPicPr>
          <p:cNvPr id="6" name="Picture 5">
            <a:extLst>
              <a:ext uri="{FF2B5EF4-FFF2-40B4-BE49-F238E27FC236}">
                <a16:creationId xmlns:a16="http://schemas.microsoft.com/office/drawing/2014/main" id="{E61377CE-1937-9AA5-37B0-FD205887E309}"/>
              </a:ext>
            </a:extLst>
          </p:cNvPr>
          <p:cNvPicPr>
            <a:picLocks noChangeAspect="1"/>
          </p:cNvPicPr>
          <p:nvPr/>
        </p:nvPicPr>
        <p:blipFill>
          <a:blip r:embed="rId3"/>
          <a:stretch>
            <a:fillRect/>
          </a:stretch>
        </p:blipFill>
        <p:spPr>
          <a:xfrm>
            <a:off x="0" y="2132319"/>
            <a:ext cx="9144000" cy="4051994"/>
          </a:xfrm>
          <a:prstGeom prst="rect">
            <a:avLst/>
          </a:prstGeom>
        </p:spPr>
      </p:pic>
    </p:spTree>
    <p:extLst>
      <p:ext uri="{BB962C8B-B14F-4D97-AF65-F5344CB8AC3E}">
        <p14:creationId xmlns:p14="http://schemas.microsoft.com/office/powerpoint/2010/main" val="335182503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FF476-86DD-3048-1834-752C3E7459D9}"/>
            </a:ext>
          </a:extLst>
        </p:cNvPr>
        <p:cNvGrpSpPr/>
        <p:nvPr/>
      </p:nvGrpSpPr>
      <p:grpSpPr>
        <a:xfrm>
          <a:off x="0" y="0"/>
          <a:ext cx="0" cy="0"/>
          <a:chOff x="0" y="0"/>
          <a:chExt cx="0" cy="0"/>
        </a:xfrm>
      </p:grpSpPr>
      <p:sp>
        <p:nvSpPr>
          <p:cNvPr id="4098" name="object 5">
            <a:extLst>
              <a:ext uri="{FF2B5EF4-FFF2-40B4-BE49-F238E27FC236}">
                <a16:creationId xmlns:a16="http://schemas.microsoft.com/office/drawing/2014/main" id="{E4A8F400-8851-839E-1A41-E0F5A598B80C}"/>
              </a:ext>
            </a:extLst>
          </p:cNvPr>
          <p:cNvSpPr>
            <a:spLocks/>
          </p:cNvSpPr>
          <p:nvPr/>
        </p:nvSpPr>
        <p:spPr bwMode="auto">
          <a:xfrm>
            <a:off x="303213" y="104775"/>
            <a:ext cx="8662987" cy="8128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5" name="TextBox 6">
            <a:extLst>
              <a:ext uri="{FF2B5EF4-FFF2-40B4-BE49-F238E27FC236}">
                <a16:creationId xmlns:a16="http://schemas.microsoft.com/office/drawing/2014/main" id="{E758870D-A997-EC1F-5BDE-4288FFF924C9}"/>
              </a:ext>
            </a:extLst>
          </p:cNvPr>
          <p:cNvSpPr txBox="1">
            <a:spLocks noChangeArrowheads="1"/>
          </p:cNvSpPr>
          <p:nvPr/>
        </p:nvSpPr>
        <p:spPr bwMode="auto">
          <a:xfrm>
            <a:off x="303212" y="925513"/>
            <a:ext cx="8662987" cy="1198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4" tIns="44997" rIns="90004" bIns="44997">
            <a:spAutoFit/>
          </a:bodyPr>
          <a:lstStyle>
            <a:lvl1pPr>
              <a:spcAft>
                <a:spcPts val="1413"/>
              </a:spcAft>
              <a:buChar char="•"/>
              <a:defRPr sz="2400">
                <a:solidFill>
                  <a:srgbClr val="000000"/>
                </a:solidFill>
                <a:latin typeface="Times New Roman" pitchFamily="18" charset="0"/>
                <a:ea typeface="Microsoft YaHei" pitchFamily="34" charset="-122"/>
              </a:defRPr>
            </a:lvl1pPr>
            <a:lvl2pPr marL="742950" indent="-28575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r>
              <a:rPr lang="en-US"/>
              <a:t>To make sure my assignment is fairly transparent, here is my generative AI disclosure for the prompts used in the making of this assignment and report.</a:t>
            </a:r>
            <a:endParaRPr lang="fr-CA"/>
          </a:p>
        </p:txBody>
      </p:sp>
      <p:sp>
        <p:nvSpPr>
          <p:cNvPr id="4100" name="object 7">
            <a:extLst>
              <a:ext uri="{FF2B5EF4-FFF2-40B4-BE49-F238E27FC236}">
                <a16:creationId xmlns:a16="http://schemas.microsoft.com/office/drawing/2014/main" id="{7D52EE83-20CF-46CB-DD10-101AE03E16ED}"/>
              </a:ext>
            </a:extLst>
          </p:cNvPr>
          <p:cNvSpPr txBox="1">
            <a:spLocks noChangeArrowheads="1"/>
          </p:cNvSpPr>
          <p:nvPr/>
        </p:nvSpPr>
        <p:spPr bwMode="auto">
          <a:xfrm>
            <a:off x="588963" y="238125"/>
            <a:ext cx="809148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1">
            <a:spAutoFit/>
          </a:bodyPr>
          <a:lstStyle>
            <a:lvl1pPr marL="11113">
              <a:spcAft>
                <a:spcPts val="1413"/>
              </a:spcAft>
              <a:buChar char="•"/>
              <a:defRPr sz="2400">
                <a:solidFill>
                  <a:srgbClr val="000000"/>
                </a:solidFill>
                <a:latin typeface="Times New Roman" pitchFamily="18" charset="0"/>
                <a:ea typeface="Microsoft YaHei" pitchFamily="34" charset="-122"/>
              </a:defRPr>
            </a:lvl1pPr>
            <a:lvl2pPr marL="6858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lgn="ctr" eaLnBrk="1">
              <a:spcAft>
                <a:spcPct val="0"/>
              </a:spcAft>
              <a:buFontTx/>
              <a:buNone/>
            </a:pPr>
            <a:r>
              <a:rPr lang="en-US" altLang="en-US" sz="3600">
                <a:solidFill>
                  <a:srgbClr val="FFFFFF"/>
                </a:solidFill>
                <a:latin typeface="Tahoma" pitchFamily="34" charset="0"/>
                <a:cs typeface="Tahoma" pitchFamily="34" charset="0"/>
              </a:rPr>
              <a:t>Generative AI Tool Disclosure</a:t>
            </a:r>
            <a:endParaRPr lang="en-US" altLang="en-US" sz="2800">
              <a:solidFill>
                <a:srgbClr val="FFFFFF"/>
              </a:solidFill>
              <a:latin typeface="Tahoma" pitchFamily="34" charset="0"/>
              <a:cs typeface="Tahoma" pitchFamily="34" charset="0"/>
            </a:endParaRPr>
          </a:p>
        </p:txBody>
      </p:sp>
      <p:pic>
        <p:nvPicPr>
          <p:cNvPr id="4" name="Picture 3">
            <a:extLst>
              <a:ext uri="{FF2B5EF4-FFF2-40B4-BE49-F238E27FC236}">
                <a16:creationId xmlns:a16="http://schemas.microsoft.com/office/drawing/2014/main" id="{EF77CC6D-CC50-06A0-4300-6D118FDE1A75}"/>
              </a:ext>
            </a:extLst>
          </p:cNvPr>
          <p:cNvPicPr>
            <a:picLocks noChangeAspect="1"/>
          </p:cNvPicPr>
          <p:nvPr/>
        </p:nvPicPr>
        <p:blipFill>
          <a:blip r:embed="rId3"/>
          <a:stretch>
            <a:fillRect/>
          </a:stretch>
        </p:blipFill>
        <p:spPr>
          <a:xfrm>
            <a:off x="0" y="2111703"/>
            <a:ext cx="9144000" cy="2634593"/>
          </a:xfrm>
          <a:prstGeom prst="rect">
            <a:avLst/>
          </a:prstGeom>
        </p:spPr>
      </p:pic>
    </p:spTree>
    <p:extLst>
      <p:ext uri="{BB962C8B-B14F-4D97-AF65-F5344CB8AC3E}">
        <p14:creationId xmlns:p14="http://schemas.microsoft.com/office/powerpoint/2010/main" val="2879867082"/>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69EBD-3B7C-E033-45BF-2E8CE2A96A53}"/>
            </a:ext>
          </a:extLst>
        </p:cNvPr>
        <p:cNvGrpSpPr/>
        <p:nvPr/>
      </p:nvGrpSpPr>
      <p:grpSpPr>
        <a:xfrm>
          <a:off x="0" y="0"/>
          <a:ext cx="0" cy="0"/>
          <a:chOff x="0" y="0"/>
          <a:chExt cx="0" cy="0"/>
        </a:xfrm>
      </p:grpSpPr>
      <p:sp>
        <p:nvSpPr>
          <p:cNvPr id="4098" name="object 5">
            <a:extLst>
              <a:ext uri="{FF2B5EF4-FFF2-40B4-BE49-F238E27FC236}">
                <a16:creationId xmlns:a16="http://schemas.microsoft.com/office/drawing/2014/main" id="{D3B0CF4A-FF98-7759-DC2C-AB8D5938F43E}"/>
              </a:ext>
            </a:extLst>
          </p:cNvPr>
          <p:cNvSpPr>
            <a:spLocks/>
          </p:cNvSpPr>
          <p:nvPr/>
        </p:nvSpPr>
        <p:spPr bwMode="auto">
          <a:xfrm>
            <a:off x="303213" y="104775"/>
            <a:ext cx="8662987" cy="8128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5" name="TextBox 6">
            <a:extLst>
              <a:ext uri="{FF2B5EF4-FFF2-40B4-BE49-F238E27FC236}">
                <a16:creationId xmlns:a16="http://schemas.microsoft.com/office/drawing/2014/main" id="{991CD758-0070-9DFD-671A-C18BB091F4B7}"/>
              </a:ext>
            </a:extLst>
          </p:cNvPr>
          <p:cNvSpPr txBox="1">
            <a:spLocks noChangeArrowheads="1"/>
          </p:cNvSpPr>
          <p:nvPr/>
        </p:nvSpPr>
        <p:spPr bwMode="auto">
          <a:xfrm>
            <a:off x="303212" y="925513"/>
            <a:ext cx="8662987" cy="1198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4" tIns="44997" rIns="90004" bIns="44997">
            <a:spAutoFit/>
          </a:bodyPr>
          <a:lstStyle>
            <a:lvl1pPr>
              <a:spcAft>
                <a:spcPts val="1413"/>
              </a:spcAft>
              <a:buChar char="•"/>
              <a:defRPr sz="2400">
                <a:solidFill>
                  <a:srgbClr val="000000"/>
                </a:solidFill>
                <a:latin typeface="Times New Roman" pitchFamily="18" charset="0"/>
                <a:ea typeface="Microsoft YaHei" pitchFamily="34" charset="-122"/>
              </a:defRPr>
            </a:lvl1pPr>
            <a:lvl2pPr marL="742950" indent="-28575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r>
              <a:rPr lang="en-US"/>
              <a:t>To make sure my assignment is fairly transparent, here is my generative AI disclosure for the prompts used in the making of this assignment and report.</a:t>
            </a:r>
            <a:endParaRPr lang="fr-CA"/>
          </a:p>
        </p:txBody>
      </p:sp>
      <p:sp>
        <p:nvSpPr>
          <p:cNvPr id="4100" name="object 7">
            <a:extLst>
              <a:ext uri="{FF2B5EF4-FFF2-40B4-BE49-F238E27FC236}">
                <a16:creationId xmlns:a16="http://schemas.microsoft.com/office/drawing/2014/main" id="{816F5DF7-C11E-654E-12B0-A2F797BDB372}"/>
              </a:ext>
            </a:extLst>
          </p:cNvPr>
          <p:cNvSpPr txBox="1">
            <a:spLocks noChangeArrowheads="1"/>
          </p:cNvSpPr>
          <p:nvPr/>
        </p:nvSpPr>
        <p:spPr bwMode="auto">
          <a:xfrm>
            <a:off x="588963" y="238125"/>
            <a:ext cx="809148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1">
            <a:spAutoFit/>
          </a:bodyPr>
          <a:lstStyle>
            <a:lvl1pPr marL="11113">
              <a:spcAft>
                <a:spcPts val="1413"/>
              </a:spcAft>
              <a:buChar char="•"/>
              <a:defRPr sz="2400">
                <a:solidFill>
                  <a:srgbClr val="000000"/>
                </a:solidFill>
                <a:latin typeface="Times New Roman" pitchFamily="18" charset="0"/>
                <a:ea typeface="Microsoft YaHei" pitchFamily="34" charset="-122"/>
              </a:defRPr>
            </a:lvl1pPr>
            <a:lvl2pPr marL="6858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lgn="ctr" eaLnBrk="1">
              <a:spcAft>
                <a:spcPct val="0"/>
              </a:spcAft>
              <a:buFontTx/>
              <a:buNone/>
            </a:pPr>
            <a:r>
              <a:rPr lang="en-US" altLang="en-US" sz="3600">
                <a:solidFill>
                  <a:srgbClr val="FFFFFF"/>
                </a:solidFill>
                <a:latin typeface="Tahoma" pitchFamily="34" charset="0"/>
                <a:cs typeface="Tahoma" pitchFamily="34" charset="0"/>
              </a:rPr>
              <a:t>Generative AI Tool Disclosure</a:t>
            </a:r>
            <a:endParaRPr lang="en-US" altLang="en-US" sz="2800">
              <a:solidFill>
                <a:srgbClr val="FFFFFF"/>
              </a:solidFill>
              <a:latin typeface="Tahoma" pitchFamily="34" charset="0"/>
              <a:cs typeface="Tahoma" pitchFamily="34" charset="0"/>
            </a:endParaRPr>
          </a:p>
        </p:txBody>
      </p:sp>
      <p:pic>
        <p:nvPicPr>
          <p:cNvPr id="3" name="Picture 2">
            <a:extLst>
              <a:ext uri="{FF2B5EF4-FFF2-40B4-BE49-F238E27FC236}">
                <a16:creationId xmlns:a16="http://schemas.microsoft.com/office/drawing/2014/main" id="{2853A284-4FBF-AE43-0A08-261152DB2484}"/>
              </a:ext>
            </a:extLst>
          </p:cNvPr>
          <p:cNvPicPr>
            <a:picLocks noChangeAspect="1"/>
          </p:cNvPicPr>
          <p:nvPr/>
        </p:nvPicPr>
        <p:blipFill>
          <a:blip r:embed="rId3"/>
          <a:stretch>
            <a:fillRect/>
          </a:stretch>
        </p:blipFill>
        <p:spPr>
          <a:xfrm>
            <a:off x="0" y="2101987"/>
            <a:ext cx="9144000" cy="2654025"/>
          </a:xfrm>
          <a:prstGeom prst="rect">
            <a:avLst/>
          </a:prstGeom>
        </p:spPr>
      </p:pic>
    </p:spTree>
    <p:extLst>
      <p:ext uri="{BB962C8B-B14F-4D97-AF65-F5344CB8AC3E}">
        <p14:creationId xmlns:p14="http://schemas.microsoft.com/office/powerpoint/2010/main" val="991766191"/>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41E8A-68ED-A7B5-76C9-052C7460E979}"/>
            </a:ext>
          </a:extLst>
        </p:cNvPr>
        <p:cNvGrpSpPr/>
        <p:nvPr/>
      </p:nvGrpSpPr>
      <p:grpSpPr>
        <a:xfrm>
          <a:off x="0" y="0"/>
          <a:ext cx="0" cy="0"/>
          <a:chOff x="0" y="0"/>
          <a:chExt cx="0" cy="0"/>
        </a:xfrm>
      </p:grpSpPr>
      <p:sp>
        <p:nvSpPr>
          <p:cNvPr id="4098" name="object 5">
            <a:extLst>
              <a:ext uri="{FF2B5EF4-FFF2-40B4-BE49-F238E27FC236}">
                <a16:creationId xmlns:a16="http://schemas.microsoft.com/office/drawing/2014/main" id="{3F1ECCF9-0847-AFB5-73EE-67AF3487AD66}"/>
              </a:ext>
            </a:extLst>
          </p:cNvPr>
          <p:cNvSpPr>
            <a:spLocks/>
          </p:cNvSpPr>
          <p:nvPr/>
        </p:nvSpPr>
        <p:spPr bwMode="auto">
          <a:xfrm>
            <a:off x="303213" y="104775"/>
            <a:ext cx="8662987" cy="8128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5" name="TextBox 6">
            <a:extLst>
              <a:ext uri="{FF2B5EF4-FFF2-40B4-BE49-F238E27FC236}">
                <a16:creationId xmlns:a16="http://schemas.microsoft.com/office/drawing/2014/main" id="{62A971F3-1F2D-58C0-DA5A-5EF278A7740D}"/>
              </a:ext>
            </a:extLst>
          </p:cNvPr>
          <p:cNvSpPr txBox="1">
            <a:spLocks noChangeArrowheads="1"/>
          </p:cNvSpPr>
          <p:nvPr/>
        </p:nvSpPr>
        <p:spPr bwMode="auto">
          <a:xfrm>
            <a:off x="303212" y="925513"/>
            <a:ext cx="8662987" cy="1198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4" tIns="44997" rIns="90004" bIns="44997">
            <a:spAutoFit/>
          </a:bodyPr>
          <a:lstStyle>
            <a:lvl1pPr>
              <a:spcAft>
                <a:spcPts val="1413"/>
              </a:spcAft>
              <a:buChar char="•"/>
              <a:defRPr sz="2400">
                <a:solidFill>
                  <a:srgbClr val="000000"/>
                </a:solidFill>
                <a:latin typeface="Times New Roman" pitchFamily="18" charset="0"/>
                <a:ea typeface="Microsoft YaHei" pitchFamily="34" charset="-122"/>
              </a:defRPr>
            </a:lvl1pPr>
            <a:lvl2pPr marL="742950" indent="-28575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r>
              <a:rPr lang="en-US"/>
              <a:t>To make sure my assignment is fairly transparent, here is my generative AI disclosure for the prompts used in the making of this assignment and report.</a:t>
            </a:r>
            <a:endParaRPr lang="fr-CA"/>
          </a:p>
        </p:txBody>
      </p:sp>
      <p:sp>
        <p:nvSpPr>
          <p:cNvPr id="4100" name="object 7">
            <a:extLst>
              <a:ext uri="{FF2B5EF4-FFF2-40B4-BE49-F238E27FC236}">
                <a16:creationId xmlns:a16="http://schemas.microsoft.com/office/drawing/2014/main" id="{11FA27D8-3522-6D3A-CE43-90C1EEC05F85}"/>
              </a:ext>
            </a:extLst>
          </p:cNvPr>
          <p:cNvSpPr txBox="1">
            <a:spLocks noChangeArrowheads="1"/>
          </p:cNvSpPr>
          <p:nvPr/>
        </p:nvSpPr>
        <p:spPr bwMode="auto">
          <a:xfrm>
            <a:off x="588963" y="238125"/>
            <a:ext cx="809148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1">
            <a:spAutoFit/>
          </a:bodyPr>
          <a:lstStyle>
            <a:lvl1pPr marL="11113">
              <a:spcAft>
                <a:spcPts val="1413"/>
              </a:spcAft>
              <a:buChar char="•"/>
              <a:defRPr sz="2400">
                <a:solidFill>
                  <a:srgbClr val="000000"/>
                </a:solidFill>
                <a:latin typeface="Times New Roman" pitchFamily="18" charset="0"/>
                <a:ea typeface="Microsoft YaHei" pitchFamily="34" charset="-122"/>
              </a:defRPr>
            </a:lvl1pPr>
            <a:lvl2pPr marL="6858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lgn="ctr" eaLnBrk="1">
              <a:spcAft>
                <a:spcPct val="0"/>
              </a:spcAft>
              <a:buFontTx/>
              <a:buNone/>
            </a:pPr>
            <a:r>
              <a:rPr lang="en-US" altLang="en-US" sz="3600">
                <a:solidFill>
                  <a:srgbClr val="FFFFFF"/>
                </a:solidFill>
                <a:latin typeface="Tahoma" pitchFamily="34" charset="0"/>
                <a:cs typeface="Tahoma" pitchFamily="34" charset="0"/>
              </a:rPr>
              <a:t>Generative AI Tool Disclosure</a:t>
            </a:r>
            <a:endParaRPr lang="en-US" altLang="en-US" sz="2800">
              <a:solidFill>
                <a:srgbClr val="FFFFFF"/>
              </a:solidFill>
              <a:latin typeface="Tahoma" pitchFamily="34" charset="0"/>
              <a:cs typeface="Tahoma" pitchFamily="34" charset="0"/>
            </a:endParaRPr>
          </a:p>
        </p:txBody>
      </p:sp>
      <p:pic>
        <p:nvPicPr>
          <p:cNvPr id="4" name="Picture 3">
            <a:extLst>
              <a:ext uri="{FF2B5EF4-FFF2-40B4-BE49-F238E27FC236}">
                <a16:creationId xmlns:a16="http://schemas.microsoft.com/office/drawing/2014/main" id="{E12F3F0C-3612-4CA0-4A9B-FC41E70C02D4}"/>
              </a:ext>
            </a:extLst>
          </p:cNvPr>
          <p:cNvPicPr>
            <a:picLocks noChangeAspect="1"/>
          </p:cNvPicPr>
          <p:nvPr/>
        </p:nvPicPr>
        <p:blipFill>
          <a:blip r:embed="rId3"/>
          <a:stretch>
            <a:fillRect/>
          </a:stretch>
        </p:blipFill>
        <p:spPr>
          <a:xfrm>
            <a:off x="0" y="2256060"/>
            <a:ext cx="9144000" cy="2345880"/>
          </a:xfrm>
          <a:prstGeom prst="rect">
            <a:avLst/>
          </a:prstGeom>
        </p:spPr>
      </p:pic>
    </p:spTree>
    <p:extLst>
      <p:ext uri="{BB962C8B-B14F-4D97-AF65-F5344CB8AC3E}">
        <p14:creationId xmlns:p14="http://schemas.microsoft.com/office/powerpoint/2010/main" val="188163116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4C77F-FD9C-0EE1-878C-E4AF7C60FD15}"/>
            </a:ext>
          </a:extLst>
        </p:cNvPr>
        <p:cNvGrpSpPr/>
        <p:nvPr/>
      </p:nvGrpSpPr>
      <p:grpSpPr>
        <a:xfrm>
          <a:off x="0" y="0"/>
          <a:ext cx="0" cy="0"/>
          <a:chOff x="0" y="0"/>
          <a:chExt cx="0" cy="0"/>
        </a:xfrm>
      </p:grpSpPr>
      <p:sp>
        <p:nvSpPr>
          <p:cNvPr id="4098" name="object 5">
            <a:extLst>
              <a:ext uri="{FF2B5EF4-FFF2-40B4-BE49-F238E27FC236}">
                <a16:creationId xmlns:a16="http://schemas.microsoft.com/office/drawing/2014/main" id="{7A049D14-D55B-5CF6-7060-495369E819E7}"/>
              </a:ext>
            </a:extLst>
          </p:cNvPr>
          <p:cNvSpPr>
            <a:spLocks/>
          </p:cNvSpPr>
          <p:nvPr/>
        </p:nvSpPr>
        <p:spPr bwMode="auto">
          <a:xfrm>
            <a:off x="303213" y="104775"/>
            <a:ext cx="8662987" cy="8128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5" name="TextBox 6">
            <a:extLst>
              <a:ext uri="{FF2B5EF4-FFF2-40B4-BE49-F238E27FC236}">
                <a16:creationId xmlns:a16="http://schemas.microsoft.com/office/drawing/2014/main" id="{C8CB73E7-8548-4A12-E4A8-4E75FB6EE28C}"/>
              </a:ext>
            </a:extLst>
          </p:cNvPr>
          <p:cNvSpPr txBox="1">
            <a:spLocks noChangeArrowheads="1"/>
          </p:cNvSpPr>
          <p:nvPr/>
        </p:nvSpPr>
        <p:spPr bwMode="auto">
          <a:xfrm>
            <a:off x="303212" y="925513"/>
            <a:ext cx="8662987" cy="1198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4" tIns="44997" rIns="90004" bIns="44997">
            <a:spAutoFit/>
          </a:bodyPr>
          <a:lstStyle>
            <a:lvl1pPr>
              <a:spcAft>
                <a:spcPts val="1413"/>
              </a:spcAft>
              <a:buChar char="•"/>
              <a:defRPr sz="2400">
                <a:solidFill>
                  <a:srgbClr val="000000"/>
                </a:solidFill>
                <a:latin typeface="Times New Roman" pitchFamily="18" charset="0"/>
                <a:ea typeface="Microsoft YaHei" pitchFamily="34" charset="-122"/>
              </a:defRPr>
            </a:lvl1pPr>
            <a:lvl2pPr marL="742950" indent="-28575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r>
              <a:rPr lang="en-US"/>
              <a:t>To make sure my assignment is fairly transparent, here is my generative AI disclosure for the prompts used in the making of this assignment and report.</a:t>
            </a:r>
            <a:endParaRPr lang="fr-CA"/>
          </a:p>
        </p:txBody>
      </p:sp>
      <p:sp>
        <p:nvSpPr>
          <p:cNvPr id="4100" name="object 7">
            <a:extLst>
              <a:ext uri="{FF2B5EF4-FFF2-40B4-BE49-F238E27FC236}">
                <a16:creationId xmlns:a16="http://schemas.microsoft.com/office/drawing/2014/main" id="{C62CA721-7CC1-5C37-E6ED-EEDEB92640A9}"/>
              </a:ext>
            </a:extLst>
          </p:cNvPr>
          <p:cNvSpPr txBox="1">
            <a:spLocks noChangeArrowheads="1"/>
          </p:cNvSpPr>
          <p:nvPr/>
        </p:nvSpPr>
        <p:spPr bwMode="auto">
          <a:xfrm>
            <a:off x="588963" y="238125"/>
            <a:ext cx="809148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1">
            <a:spAutoFit/>
          </a:bodyPr>
          <a:lstStyle>
            <a:lvl1pPr marL="11113">
              <a:spcAft>
                <a:spcPts val="1413"/>
              </a:spcAft>
              <a:buChar char="•"/>
              <a:defRPr sz="2400">
                <a:solidFill>
                  <a:srgbClr val="000000"/>
                </a:solidFill>
                <a:latin typeface="Times New Roman" pitchFamily="18" charset="0"/>
                <a:ea typeface="Microsoft YaHei" pitchFamily="34" charset="-122"/>
              </a:defRPr>
            </a:lvl1pPr>
            <a:lvl2pPr marL="6858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lgn="ctr" eaLnBrk="1">
              <a:spcAft>
                <a:spcPct val="0"/>
              </a:spcAft>
              <a:buFontTx/>
              <a:buNone/>
            </a:pPr>
            <a:r>
              <a:rPr lang="en-US" altLang="en-US" sz="3600">
                <a:solidFill>
                  <a:srgbClr val="FFFFFF"/>
                </a:solidFill>
                <a:latin typeface="Tahoma" pitchFamily="34" charset="0"/>
                <a:cs typeface="Tahoma" pitchFamily="34" charset="0"/>
              </a:rPr>
              <a:t>Generative AI Tool Disclosure</a:t>
            </a:r>
            <a:endParaRPr lang="en-US" altLang="en-US" sz="2800">
              <a:solidFill>
                <a:srgbClr val="FFFFFF"/>
              </a:solidFill>
              <a:latin typeface="Tahoma" pitchFamily="34" charset="0"/>
              <a:cs typeface="Tahoma" pitchFamily="34" charset="0"/>
            </a:endParaRPr>
          </a:p>
        </p:txBody>
      </p:sp>
      <p:pic>
        <p:nvPicPr>
          <p:cNvPr id="3" name="Picture 2">
            <a:extLst>
              <a:ext uri="{FF2B5EF4-FFF2-40B4-BE49-F238E27FC236}">
                <a16:creationId xmlns:a16="http://schemas.microsoft.com/office/drawing/2014/main" id="{EAE12A40-DE71-187B-8011-0705A05377CF}"/>
              </a:ext>
            </a:extLst>
          </p:cNvPr>
          <p:cNvPicPr>
            <a:picLocks noChangeAspect="1"/>
          </p:cNvPicPr>
          <p:nvPr/>
        </p:nvPicPr>
        <p:blipFill>
          <a:blip r:embed="rId3"/>
          <a:stretch>
            <a:fillRect/>
          </a:stretch>
        </p:blipFill>
        <p:spPr>
          <a:xfrm>
            <a:off x="0" y="2664652"/>
            <a:ext cx="9144000" cy="1528696"/>
          </a:xfrm>
          <a:prstGeom prst="rect">
            <a:avLst/>
          </a:prstGeom>
        </p:spPr>
      </p:pic>
    </p:spTree>
    <p:extLst>
      <p:ext uri="{BB962C8B-B14F-4D97-AF65-F5344CB8AC3E}">
        <p14:creationId xmlns:p14="http://schemas.microsoft.com/office/powerpoint/2010/main" val="281720154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35E93-79AE-0543-F6B7-EBFB7CBF09A1}"/>
            </a:ext>
          </a:extLst>
        </p:cNvPr>
        <p:cNvGrpSpPr/>
        <p:nvPr/>
      </p:nvGrpSpPr>
      <p:grpSpPr>
        <a:xfrm>
          <a:off x="0" y="0"/>
          <a:ext cx="0" cy="0"/>
          <a:chOff x="0" y="0"/>
          <a:chExt cx="0" cy="0"/>
        </a:xfrm>
      </p:grpSpPr>
      <p:sp>
        <p:nvSpPr>
          <p:cNvPr id="4098" name="object 5">
            <a:extLst>
              <a:ext uri="{FF2B5EF4-FFF2-40B4-BE49-F238E27FC236}">
                <a16:creationId xmlns:a16="http://schemas.microsoft.com/office/drawing/2014/main" id="{923856E5-207A-4610-A68A-47ABDDE2BE4F}"/>
              </a:ext>
            </a:extLst>
          </p:cNvPr>
          <p:cNvSpPr>
            <a:spLocks/>
          </p:cNvSpPr>
          <p:nvPr/>
        </p:nvSpPr>
        <p:spPr bwMode="auto">
          <a:xfrm>
            <a:off x="303213" y="104775"/>
            <a:ext cx="8662987" cy="8128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5" name="TextBox 6">
            <a:extLst>
              <a:ext uri="{FF2B5EF4-FFF2-40B4-BE49-F238E27FC236}">
                <a16:creationId xmlns:a16="http://schemas.microsoft.com/office/drawing/2014/main" id="{E78F3BB0-1381-8E46-0D30-1FDE6CEFE4B3}"/>
              </a:ext>
            </a:extLst>
          </p:cNvPr>
          <p:cNvSpPr txBox="1">
            <a:spLocks noChangeArrowheads="1"/>
          </p:cNvSpPr>
          <p:nvPr/>
        </p:nvSpPr>
        <p:spPr bwMode="auto">
          <a:xfrm>
            <a:off x="303213" y="1336675"/>
            <a:ext cx="8662987" cy="3122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4" tIns="44997" rIns="90004" bIns="44997">
            <a:spAutoFit/>
          </a:bodyPr>
          <a:lstStyle>
            <a:lvl1pPr>
              <a:spcAft>
                <a:spcPts val="1413"/>
              </a:spcAft>
              <a:buChar char="•"/>
              <a:defRPr sz="2400">
                <a:solidFill>
                  <a:srgbClr val="000000"/>
                </a:solidFill>
                <a:latin typeface="Times New Roman" pitchFamily="18" charset="0"/>
                <a:ea typeface="Microsoft YaHei" pitchFamily="34" charset="-122"/>
              </a:defRPr>
            </a:lvl1pPr>
            <a:lvl2pPr marL="742950" indent="-28575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r>
              <a:rPr lang="en-US" sz="1800"/>
              <a:t>[1] Fabozzi, F. J. and Markowitz, H. M. (Eds.). The Theory and Practice of Investment Management: Asset Allocation, Valuation, Portfolio Construction, and Strategies, 2nd ed. John Wiley &amp; Sons, 2011.</a:t>
            </a:r>
          </a:p>
          <a:p>
            <a:r>
              <a:rPr lang="en-US" sz="1800"/>
              <a:t>[2] Stanyer, P. The Economist Guide to Investment Strategy: How to Understand Markets, Risk, Rewards and Behaviour, 3rd ed. Public Affairs, 2014.</a:t>
            </a:r>
          </a:p>
          <a:p>
            <a:r>
              <a:rPr lang="en-US" sz="1800"/>
              <a:t>[3] Thau, A. The Bond Book: Everything Investors Need to Know About Treasuries, Municipals, GNMAs, Corporates, Zeros, Bond Funds, Money Market Funds, and More, 3rd ed. McGraw-Hill, 2010.</a:t>
            </a:r>
          </a:p>
          <a:p>
            <a:r>
              <a:rPr lang="en-US" sz="1800"/>
              <a:t>[4] Markowitz, H. M. Portfolio Selection. The Journal of Finance, 7(1):77–91, 1952.</a:t>
            </a:r>
            <a:endParaRPr lang="fr-CA" sz="1800"/>
          </a:p>
        </p:txBody>
      </p:sp>
      <p:sp>
        <p:nvSpPr>
          <p:cNvPr id="4100" name="object 7">
            <a:extLst>
              <a:ext uri="{FF2B5EF4-FFF2-40B4-BE49-F238E27FC236}">
                <a16:creationId xmlns:a16="http://schemas.microsoft.com/office/drawing/2014/main" id="{760E645C-4608-3418-5BAF-3A1F3EFE5E1D}"/>
              </a:ext>
            </a:extLst>
          </p:cNvPr>
          <p:cNvSpPr txBox="1">
            <a:spLocks noChangeArrowheads="1"/>
          </p:cNvSpPr>
          <p:nvPr/>
        </p:nvSpPr>
        <p:spPr bwMode="auto">
          <a:xfrm>
            <a:off x="588963" y="238125"/>
            <a:ext cx="809148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1">
            <a:spAutoFit/>
          </a:bodyPr>
          <a:lstStyle>
            <a:lvl1pPr marL="11113">
              <a:spcAft>
                <a:spcPts val="1413"/>
              </a:spcAft>
              <a:buChar char="•"/>
              <a:defRPr sz="2400">
                <a:solidFill>
                  <a:srgbClr val="000000"/>
                </a:solidFill>
                <a:latin typeface="Times New Roman" pitchFamily="18" charset="0"/>
                <a:ea typeface="Microsoft YaHei" pitchFamily="34" charset="-122"/>
              </a:defRPr>
            </a:lvl1pPr>
            <a:lvl2pPr marL="6858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lgn="ctr" eaLnBrk="1">
              <a:spcAft>
                <a:spcPct val="0"/>
              </a:spcAft>
              <a:buFontTx/>
              <a:buNone/>
            </a:pPr>
            <a:r>
              <a:rPr lang="en-US" altLang="en-US" sz="3600">
                <a:solidFill>
                  <a:srgbClr val="FFFFFF"/>
                </a:solidFill>
                <a:latin typeface="Tahoma" pitchFamily="34" charset="0"/>
                <a:cs typeface="Tahoma" pitchFamily="34" charset="0"/>
              </a:rPr>
              <a:t>References </a:t>
            </a:r>
            <a:endParaRPr lang="en-US" altLang="en-US" sz="2800">
              <a:solidFill>
                <a:srgbClr val="FFFFFF"/>
              </a:solidFill>
              <a:latin typeface="Tahoma" pitchFamily="34" charset="0"/>
              <a:cs typeface="Tahoma" pitchFamily="34" charset="0"/>
            </a:endParaRPr>
          </a:p>
        </p:txBody>
      </p:sp>
    </p:spTree>
    <p:extLst>
      <p:ext uri="{BB962C8B-B14F-4D97-AF65-F5344CB8AC3E}">
        <p14:creationId xmlns:p14="http://schemas.microsoft.com/office/powerpoint/2010/main" val="3072753102"/>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theme/theme1.xml><?xml version="1.0" encoding="utf-8"?>
<a:theme xmlns:a="http://schemas.openxmlformats.org/drawingml/2006/main" name="Default">
  <a:themeElements>
    <a:clrScheme name="Default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Default">
      <a:majorFont>
        <a:latin typeface="Calibri"/>
        <a:ea typeface="Microsoft YaHei"/>
        <a:cs typeface=""/>
      </a:majorFont>
      <a:minorFont>
        <a:latin typeface="Calibri"/>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en-US" altLang="en-US" sz="1800" b="0" i="0" u="none" strike="noStrike" cap="none" normalizeH="0" baseline="0" smtClean="0">
            <a:ln>
              <a:noFill/>
            </a:ln>
            <a:solidFill>
              <a:schemeClr val="tx1"/>
            </a:solidFill>
            <a:effectLst/>
            <a:latin typeface="Calibri" pitchFamily="34" charset="0"/>
            <a:ea typeface="Microsoft YaHei"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en-US" altLang="en-US" sz="1800" b="0" i="0" u="none" strike="noStrike" cap="none" normalizeH="0" baseline="0" smtClean="0">
            <a:ln>
              <a:noFill/>
            </a:ln>
            <a:solidFill>
              <a:schemeClr val="tx1"/>
            </a:solidFill>
            <a:effectLst/>
            <a:latin typeface="Calibri" pitchFamily="34" charset="0"/>
            <a:ea typeface="Microsoft YaHei" pitchFamily="34" charset="-122"/>
          </a:defRPr>
        </a:defPPr>
      </a:lstStyle>
    </a:lnDef>
  </a:objectDefaults>
  <a:extraClrSchemeLst>
    <a:extraClrScheme>
      <a:clrScheme name="Default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Default 1">
  <a:themeElements>
    <a:clrScheme name="Default 1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Default 1">
      <a:majorFont>
        <a:latin typeface="Tahoma"/>
        <a:ea typeface="Microsoft YaHei"/>
        <a:cs typeface=""/>
      </a:majorFont>
      <a:minorFont>
        <a:latin typeface="Times New Roman"/>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en-US" altLang="en-US" sz="1800" b="0" i="0" u="none" strike="noStrike" cap="none" normalizeH="0" baseline="0" smtClean="0">
            <a:ln>
              <a:noFill/>
            </a:ln>
            <a:solidFill>
              <a:schemeClr val="tx1"/>
            </a:solidFill>
            <a:effectLst/>
            <a:latin typeface="Calibri" pitchFamily="34" charset="0"/>
            <a:ea typeface="Microsoft YaHei"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en-US" altLang="en-US" sz="1800" b="0" i="0" u="none" strike="noStrike" cap="none" normalizeH="0" baseline="0" smtClean="0">
            <a:ln>
              <a:noFill/>
            </a:ln>
            <a:solidFill>
              <a:schemeClr val="tx1"/>
            </a:solidFill>
            <a:effectLst/>
            <a:latin typeface="Calibri" pitchFamily="34" charset="0"/>
            <a:ea typeface="Microsoft YaHei" pitchFamily="34" charset="-122"/>
          </a:defRPr>
        </a:defPPr>
      </a:lstStyle>
    </a:lnDef>
  </a:objectDefaults>
  <a:extraClrSchemeLst>
    <a:extraClrScheme>
      <a:clrScheme name="Default 1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1324</TotalTime>
  <Pages>0</Pages>
  <Words>1922</Words>
  <Characters>0</Characters>
  <Application>Microsoft Office PowerPoint</Application>
  <DocSecurity>0</DocSecurity>
  <PresentationFormat>On-screen Show (4:3)</PresentationFormat>
  <Lines>0</Lines>
  <Paragraphs>91</Paragraphs>
  <Slides>24</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24</vt:i4>
      </vt:variant>
    </vt:vector>
  </HeadingPairs>
  <TitlesOfParts>
    <vt:vector size="31" baseType="lpstr">
      <vt:lpstr>StarSymbol</vt:lpstr>
      <vt:lpstr>Arial</vt:lpstr>
      <vt:lpstr>Calibri</vt:lpstr>
      <vt:lpstr>Tahoma</vt:lpstr>
      <vt:lpstr>Times New Roman</vt:lpstr>
      <vt:lpstr>Default</vt:lpstr>
      <vt:lpstr>Default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Pankaj Kamthan</dc:creator>
  <cp:lastModifiedBy>Simon Guindon</cp:lastModifiedBy>
  <cp:revision>50</cp:revision>
  <dcterms:created xsi:type="dcterms:W3CDTF">2016-04-06T04:18:14Z</dcterms:created>
  <dcterms:modified xsi:type="dcterms:W3CDTF">2026-02-20T22:28:11Z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1033-9.1.0.4550</vt:lpwstr>
  </property>
</Properties>
</file>